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62" r:id="rId5"/>
    <p:sldId id="259" r:id="rId6"/>
    <p:sldId id="260" r:id="rId7"/>
    <p:sldId id="261" r:id="rId8"/>
  </p:sldIdLst>
  <p:sldSz cx="12192000" cy="6858000"/>
  <p:notesSz cx="6858000" cy="9144000"/>
  <p:embeddedFontLst>
    <p:embeddedFont>
      <p:font typeface="Amasis MT Pro Light" panose="02040304050005020304" pitchFamily="18" charset="0"/>
      <p:regular r:id="rId10"/>
      <p:italic r:id="rId11"/>
    </p:embeddedFont>
    <p:embeddedFont>
      <p:font typeface="Cambria Math" panose="02040503050406030204" pitchFamily="18" charset="0"/>
      <p:regular r:id="rId12"/>
    </p:embeddedFont>
    <p:embeddedFont>
      <p:font typeface="Lucida Bright" panose="02040602050505020304" pitchFamily="18" charset="0"/>
      <p:regular r:id="rId13"/>
      <p:bold r:id="rId14"/>
      <p:italic r:id="rId15"/>
      <p:boldItalic r:id="rId16"/>
    </p:embeddedFont>
    <p:embeddedFont>
      <p:font typeface="Nunito" pitchFamily="2" charset="0"/>
      <p:regular r:id="rId17"/>
      <p:bold r:id="rId18"/>
      <p:italic r:id="rId19"/>
      <p:boldItalic r:id="rId20"/>
    </p:embeddedFont>
    <p:embeddedFont>
      <p:font typeface="Nunito Medium" panose="020B0604020202020204" charset="0"/>
      <p:regular r:id="rId21"/>
      <p:bold r:id="rId22"/>
      <p:italic r:id="rId23"/>
      <p:boldItalic r:id="rId24"/>
    </p:embeddedFont>
    <p:embeddedFont>
      <p:font typeface="Oswald" panose="00000500000000000000" pitchFamily="2"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GRHz3y05xWZJ6thDAYiahIzE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1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8" name="Google Shape;98;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0" name="Google Shape;11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713F18AF-1605-9D86-0FDF-4FDB277FF2E9}"/>
            </a:ext>
          </a:extLst>
        </p:cNvPr>
        <p:cNvGrpSpPr/>
        <p:nvPr/>
      </p:nvGrpSpPr>
      <p:grpSpPr>
        <a:xfrm>
          <a:off x="0" y="0"/>
          <a:ext cx="0" cy="0"/>
          <a:chOff x="0" y="0"/>
          <a:chExt cx="0" cy="0"/>
        </a:xfrm>
      </p:grpSpPr>
      <p:sp>
        <p:nvSpPr>
          <p:cNvPr id="108" name="Google Shape;108;p2:notes">
            <a:extLst>
              <a:ext uri="{FF2B5EF4-FFF2-40B4-BE49-F238E27FC236}">
                <a16:creationId xmlns:a16="http://schemas.microsoft.com/office/drawing/2014/main" id="{A7617B16-77B3-7B15-162A-8E33D0383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109" name="Google Shape;109;p2:notes">
            <a:extLst>
              <a:ext uri="{FF2B5EF4-FFF2-40B4-BE49-F238E27FC236}">
                <a16:creationId xmlns:a16="http://schemas.microsoft.com/office/drawing/2014/main" id="{F2815F39-BA5E-A94C-2A72-C22F1F868F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id="{7236B87E-025D-3200-788B-E4ACF1742C1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150091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3" name="Google Shape;123;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134" name="Google Shape;13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35" name="Google Shape;135;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txBody>
          <a:bodyPr/>
          <a:lstStyle/>
          <a:p>
            <a:endParaRPr lang="en-IN"/>
          </a:p>
        </p:txBody>
      </p:sp>
      <p:sp>
        <p:nvSpPr>
          <p:cNvPr id="146" name="Google Shape;14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47" name="Google Shape;147;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9"/>
          <p:cNvSpPr txBox="1">
            <a:spLocks noGrp="1"/>
          </p:cNvSpPr>
          <p:nvPr>
            <p:ph type="ctrTitle"/>
          </p:nvPr>
        </p:nvSpPr>
        <p:spPr>
          <a:xfrm>
            <a:off x="914400" y="2130428"/>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17" name="Google Shape;17;p9"/>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r>
              <a:rPr lang="en-US"/>
              <a:t>Click to edit Master subtitle style</a:t>
            </a:r>
            <a:endParaRPr/>
          </a:p>
        </p:txBody>
      </p:sp>
      <p:sp>
        <p:nvSpPr>
          <p:cNvPr id="18" name="Google Shape;18;p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Oswald"/>
                <a:ea typeface="Oswald"/>
                <a:cs typeface="Oswald"/>
                <a:sym typeface="Oswald"/>
              </a:defRPr>
            </a:lvl1pPr>
            <a:lvl2pPr marL="0" lvl="1" indent="0" algn="r">
              <a:spcBef>
                <a:spcPts val="0"/>
              </a:spcBef>
              <a:spcAft>
                <a:spcPts val="0"/>
              </a:spcAft>
              <a:buNone/>
              <a:defRPr sz="1200" b="0" i="0" u="none" strike="noStrike" cap="none">
                <a:solidFill>
                  <a:srgbClr val="898989"/>
                </a:solidFill>
                <a:latin typeface="Oswald"/>
                <a:ea typeface="Oswald"/>
                <a:cs typeface="Oswald"/>
                <a:sym typeface="Oswald"/>
              </a:defRPr>
            </a:lvl2pPr>
            <a:lvl3pPr marL="0" lvl="2" indent="0" algn="r">
              <a:spcBef>
                <a:spcPts val="0"/>
              </a:spcBef>
              <a:spcAft>
                <a:spcPts val="0"/>
              </a:spcAft>
              <a:buNone/>
              <a:defRPr sz="1200" b="0" i="0" u="none" strike="noStrike" cap="none">
                <a:solidFill>
                  <a:srgbClr val="898989"/>
                </a:solidFill>
                <a:latin typeface="Oswald"/>
                <a:ea typeface="Oswald"/>
                <a:cs typeface="Oswald"/>
                <a:sym typeface="Oswald"/>
              </a:defRPr>
            </a:lvl3pPr>
            <a:lvl4pPr marL="0" lvl="3" indent="0" algn="r">
              <a:spcBef>
                <a:spcPts val="0"/>
              </a:spcBef>
              <a:spcAft>
                <a:spcPts val="0"/>
              </a:spcAft>
              <a:buNone/>
              <a:defRPr sz="1200" b="0" i="0" u="none" strike="noStrike" cap="none">
                <a:solidFill>
                  <a:srgbClr val="898989"/>
                </a:solidFill>
                <a:latin typeface="Oswald"/>
                <a:ea typeface="Oswald"/>
                <a:cs typeface="Oswald"/>
                <a:sym typeface="Oswald"/>
              </a:defRPr>
            </a:lvl4pPr>
            <a:lvl5pPr marL="0" lvl="4" indent="0" algn="r">
              <a:spcBef>
                <a:spcPts val="0"/>
              </a:spcBef>
              <a:spcAft>
                <a:spcPts val="0"/>
              </a:spcAft>
              <a:buNone/>
              <a:defRPr sz="1200" b="0" i="0" u="none" strike="noStrike" cap="none">
                <a:solidFill>
                  <a:srgbClr val="898989"/>
                </a:solidFill>
                <a:latin typeface="Oswald"/>
                <a:ea typeface="Oswald"/>
                <a:cs typeface="Oswald"/>
                <a:sym typeface="Oswald"/>
              </a:defRPr>
            </a:lvl5pPr>
            <a:lvl6pPr marL="0" lvl="5" indent="0" algn="r">
              <a:spcBef>
                <a:spcPts val="0"/>
              </a:spcBef>
              <a:spcAft>
                <a:spcPts val="0"/>
              </a:spcAft>
              <a:buNone/>
              <a:defRPr sz="1200" b="0" i="0" u="none" strike="noStrike" cap="none">
                <a:solidFill>
                  <a:srgbClr val="898989"/>
                </a:solidFill>
                <a:latin typeface="Oswald"/>
                <a:ea typeface="Oswald"/>
                <a:cs typeface="Oswald"/>
                <a:sym typeface="Oswald"/>
              </a:defRPr>
            </a:lvl6pPr>
            <a:lvl7pPr marL="0" lvl="6" indent="0" algn="r">
              <a:spcBef>
                <a:spcPts val="0"/>
              </a:spcBef>
              <a:spcAft>
                <a:spcPts val="0"/>
              </a:spcAft>
              <a:buNone/>
              <a:defRPr sz="1200" b="0" i="0" u="none" strike="noStrike" cap="none">
                <a:solidFill>
                  <a:srgbClr val="898989"/>
                </a:solidFill>
                <a:latin typeface="Oswald"/>
                <a:ea typeface="Oswald"/>
                <a:cs typeface="Oswald"/>
                <a:sym typeface="Oswald"/>
              </a:defRPr>
            </a:lvl7pPr>
            <a:lvl8pPr marL="0" lvl="7" indent="0" algn="r">
              <a:spcBef>
                <a:spcPts val="0"/>
              </a:spcBef>
              <a:spcAft>
                <a:spcPts val="0"/>
              </a:spcAft>
              <a:buNone/>
              <a:defRPr sz="1200" b="0" i="0" u="none" strike="noStrike" cap="none">
                <a:solidFill>
                  <a:srgbClr val="898989"/>
                </a:solidFill>
                <a:latin typeface="Oswald"/>
                <a:ea typeface="Oswald"/>
                <a:cs typeface="Oswald"/>
                <a:sym typeface="Oswald"/>
              </a:defRPr>
            </a:lvl8pPr>
            <a:lvl9pPr marL="0" lvl="8" indent="0" algn="r">
              <a:spcBef>
                <a:spcPts val="0"/>
              </a:spcBef>
              <a:spcAft>
                <a:spcPts val="0"/>
              </a:spcAft>
              <a:buNone/>
              <a:defRPr sz="12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0"/>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23" name="Google Shape;23;p10"/>
          <p:cNvSpPr txBox="1">
            <a:spLocks noGrp="1"/>
          </p:cNvSpPr>
          <p:nvPr>
            <p:ph type="body" idx="1"/>
          </p:nvPr>
        </p:nvSpPr>
        <p:spPr>
          <a:xfrm>
            <a:off x="609600" y="1095375"/>
            <a:ext cx="10972800" cy="50307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24" name="Google Shape;24;p1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963084" y="4406903"/>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29" name="Google Shape;29;p11"/>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pPr lvl="0"/>
            <a:r>
              <a:rPr lang="en-US"/>
              <a:t>Click to edit Master text styles</a:t>
            </a:r>
          </a:p>
        </p:txBody>
      </p:sp>
      <p:sp>
        <p:nvSpPr>
          <p:cNvPr id="30" name="Google Shape;30;p1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35" name="Google Shape;35;p12"/>
          <p:cNvSpPr txBox="1">
            <a:spLocks noGrp="1"/>
          </p:cNvSpPr>
          <p:nvPr>
            <p:ph type="body" idx="1"/>
          </p:nvPr>
        </p:nvSpPr>
        <p:spPr>
          <a:xfrm>
            <a:off x="609600" y="1600203"/>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Click to edit Master text styles</a:t>
            </a:r>
          </a:p>
        </p:txBody>
      </p:sp>
      <p:sp>
        <p:nvSpPr>
          <p:cNvPr id="36" name="Google Shape;36;p12"/>
          <p:cNvSpPr txBox="1">
            <a:spLocks noGrp="1"/>
          </p:cNvSpPr>
          <p:nvPr>
            <p:ph type="body" idx="2"/>
          </p:nvPr>
        </p:nvSpPr>
        <p:spPr>
          <a:xfrm>
            <a:off x="6197600" y="1600203"/>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Click to edit Master text styles</a:t>
            </a:r>
          </a:p>
        </p:txBody>
      </p:sp>
      <p:sp>
        <p:nvSpPr>
          <p:cNvPr id="37" name="Google Shape;37;p1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42" name="Google Shape;42;p1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Click to edit Master text styles</a:t>
            </a:r>
          </a:p>
        </p:txBody>
      </p:sp>
      <p:sp>
        <p:nvSpPr>
          <p:cNvPr id="43" name="Google Shape;43;p1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Click to edit Master text styles</a:t>
            </a:r>
          </a:p>
        </p:txBody>
      </p:sp>
      <p:sp>
        <p:nvSpPr>
          <p:cNvPr id="44" name="Google Shape;44;p13"/>
          <p:cNvSpPr txBox="1">
            <a:spLocks noGrp="1"/>
          </p:cNvSpPr>
          <p:nvPr>
            <p:ph type="body" idx="3"/>
          </p:nvPr>
        </p:nvSpPr>
        <p:spPr>
          <a:xfrm>
            <a:off x="6193369"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Click to edit Master text styles</a:t>
            </a:r>
          </a:p>
        </p:txBody>
      </p:sp>
      <p:sp>
        <p:nvSpPr>
          <p:cNvPr id="45" name="Google Shape;45;p13"/>
          <p:cNvSpPr txBox="1">
            <a:spLocks noGrp="1"/>
          </p:cNvSpPr>
          <p:nvPr>
            <p:ph type="body" idx="4"/>
          </p:nvPr>
        </p:nvSpPr>
        <p:spPr>
          <a:xfrm>
            <a:off x="6193369"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Click to edit Master text styles</a:t>
            </a:r>
          </a:p>
        </p:txBody>
      </p:sp>
      <p:sp>
        <p:nvSpPr>
          <p:cNvPr id="46" name="Google Shape;46;p13"/>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51" name="Google Shape;51;p1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609602"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60" name="Google Shape;60;p16"/>
          <p:cNvSpPr txBox="1">
            <a:spLocks noGrp="1"/>
          </p:cNvSpPr>
          <p:nvPr>
            <p:ph type="body" idx="1"/>
          </p:nvPr>
        </p:nvSpPr>
        <p:spPr>
          <a:xfrm>
            <a:off x="4766733" y="273053"/>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Click to edit Master text styles</a:t>
            </a:r>
          </a:p>
        </p:txBody>
      </p:sp>
      <p:sp>
        <p:nvSpPr>
          <p:cNvPr id="61" name="Google Shape;61;p16"/>
          <p:cNvSpPr txBox="1">
            <a:spLocks noGrp="1"/>
          </p:cNvSpPr>
          <p:nvPr>
            <p:ph type="body" idx="2"/>
          </p:nvPr>
        </p:nvSpPr>
        <p:spPr>
          <a:xfrm>
            <a:off x="609602" y="1435103"/>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Click to edit Master text styles</a:t>
            </a:r>
          </a:p>
        </p:txBody>
      </p:sp>
      <p:sp>
        <p:nvSpPr>
          <p:cNvPr id="62" name="Google Shape;62;p16"/>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67" name="Google Shape;67;p17"/>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8" name="Google Shape;68;p17"/>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Click to edit Master text styles</a:t>
            </a:r>
          </a:p>
        </p:txBody>
      </p:sp>
      <p:sp>
        <p:nvSpPr>
          <p:cNvPr id="69" name="Google Shape;69;p17"/>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74" name="Google Shape;74;p18"/>
          <p:cNvSpPr txBox="1">
            <a:spLocks noGrp="1"/>
          </p:cNvSpPr>
          <p:nvPr>
            <p:ph type="body" idx="1"/>
          </p:nvPr>
        </p:nvSpPr>
        <p:spPr>
          <a:xfrm rot="5400000">
            <a:off x="3580606" y="-1875631"/>
            <a:ext cx="5030788"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75" name="Google Shape;75;p1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rot="5400000">
            <a:off x="7285038" y="1828804"/>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title style</a:t>
            </a:r>
            <a:endParaRPr/>
          </a:p>
        </p:txBody>
      </p:sp>
      <p:sp>
        <p:nvSpPr>
          <p:cNvPr id="80" name="Google Shape;80;p19"/>
          <p:cNvSpPr txBox="1">
            <a:spLocks noGrp="1"/>
          </p:cNvSpPr>
          <p:nvPr>
            <p:ph type="body" idx="1"/>
          </p:nvPr>
        </p:nvSpPr>
        <p:spPr>
          <a:xfrm rot="5400000">
            <a:off x="1697038" y="-812796"/>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Click to edit Master text styles</a:t>
            </a:r>
          </a:p>
        </p:txBody>
      </p:sp>
      <p:sp>
        <p:nvSpPr>
          <p:cNvPr id="81" name="Google Shape;81;p1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Oswald"/>
                <a:ea typeface="Oswald"/>
                <a:cs typeface="Oswald"/>
                <a:sym typeface="Oswald"/>
              </a:defRPr>
            </a:lvl1pPr>
            <a:lvl2pPr marL="0" lvl="1" indent="0" algn="r">
              <a:spcBef>
                <a:spcPts val="0"/>
              </a:spcBef>
              <a:spcAft>
                <a:spcPts val="0"/>
              </a:spcAft>
              <a:buNone/>
              <a:defRPr sz="1200">
                <a:solidFill>
                  <a:srgbClr val="898989"/>
                </a:solidFill>
                <a:latin typeface="Oswald"/>
                <a:ea typeface="Oswald"/>
                <a:cs typeface="Oswald"/>
                <a:sym typeface="Oswald"/>
              </a:defRPr>
            </a:lvl2pPr>
            <a:lvl3pPr marL="0" lvl="2" indent="0" algn="r">
              <a:spcBef>
                <a:spcPts val="0"/>
              </a:spcBef>
              <a:spcAft>
                <a:spcPts val="0"/>
              </a:spcAft>
              <a:buNone/>
              <a:defRPr sz="1200">
                <a:solidFill>
                  <a:srgbClr val="898989"/>
                </a:solidFill>
                <a:latin typeface="Oswald"/>
                <a:ea typeface="Oswald"/>
                <a:cs typeface="Oswald"/>
                <a:sym typeface="Oswald"/>
              </a:defRPr>
            </a:lvl3pPr>
            <a:lvl4pPr marL="0" lvl="3" indent="0" algn="r">
              <a:spcBef>
                <a:spcPts val="0"/>
              </a:spcBef>
              <a:spcAft>
                <a:spcPts val="0"/>
              </a:spcAft>
              <a:buNone/>
              <a:defRPr sz="1200">
                <a:solidFill>
                  <a:srgbClr val="898989"/>
                </a:solidFill>
                <a:latin typeface="Oswald"/>
                <a:ea typeface="Oswald"/>
                <a:cs typeface="Oswald"/>
                <a:sym typeface="Oswald"/>
              </a:defRPr>
            </a:lvl4pPr>
            <a:lvl5pPr marL="0" lvl="4" indent="0" algn="r">
              <a:spcBef>
                <a:spcPts val="0"/>
              </a:spcBef>
              <a:spcAft>
                <a:spcPts val="0"/>
              </a:spcAft>
              <a:buNone/>
              <a:defRPr sz="1200">
                <a:solidFill>
                  <a:srgbClr val="898989"/>
                </a:solidFill>
                <a:latin typeface="Oswald"/>
                <a:ea typeface="Oswald"/>
                <a:cs typeface="Oswald"/>
                <a:sym typeface="Oswald"/>
              </a:defRPr>
            </a:lvl5pPr>
            <a:lvl6pPr marL="0" lvl="5" indent="0" algn="r">
              <a:spcBef>
                <a:spcPts val="0"/>
              </a:spcBef>
              <a:spcAft>
                <a:spcPts val="0"/>
              </a:spcAft>
              <a:buNone/>
              <a:defRPr sz="1200">
                <a:solidFill>
                  <a:srgbClr val="898989"/>
                </a:solidFill>
                <a:latin typeface="Oswald"/>
                <a:ea typeface="Oswald"/>
                <a:cs typeface="Oswald"/>
                <a:sym typeface="Oswald"/>
              </a:defRPr>
            </a:lvl6pPr>
            <a:lvl7pPr marL="0" lvl="6" indent="0" algn="r">
              <a:spcBef>
                <a:spcPts val="0"/>
              </a:spcBef>
              <a:spcAft>
                <a:spcPts val="0"/>
              </a:spcAft>
              <a:buNone/>
              <a:defRPr sz="1200">
                <a:solidFill>
                  <a:srgbClr val="898989"/>
                </a:solidFill>
                <a:latin typeface="Oswald"/>
                <a:ea typeface="Oswald"/>
                <a:cs typeface="Oswald"/>
                <a:sym typeface="Oswald"/>
              </a:defRPr>
            </a:lvl7pPr>
            <a:lvl8pPr marL="0" lvl="7" indent="0" algn="r">
              <a:spcBef>
                <a:spcPts val="0"/>
              </a:spcBef>
              <a:spcAft>
                <a:spcPts val="0"/>
              </a:spcAft>
              <a:buNone/>
              <a:defRPr sz="1200">
                <a:solidFill>
                  <a:srgbClr val="898989"/>
                </a:solidFill>
                <a:latin typeface="Oswald"/>
                <a:ea typeface="Oswald"/>
                <a:cs typeface="Oswald"/>
                <a:sym typeface="Oswald"/>
              </a:defRPr>
            </a:lvl8pPr>
            <a:lvl9pPr marL="0" lvl="8" indent="0" algn="r">
              <a:spcBef>
                <a:spcPts val="0"/>
              </a:spcBef>
              <a:spcAft>
                <a:spcPts val="0"/>
              </a:spcAft>
              <a:buNone/>
              <a:defRPr sz="1200">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Oswald"/>
                <a:ea typeface="Oswald"/>
                <a:cs typeface="Oswald"/>
                <a:sym typeface="Oswald"/>
              </a:defRPr>
            </a:lvl1pPr>
            <a:lvl2pPr marR="0" lvl="1" algn="ctr" rtl="0">
              <a:spcBef>
                <a:spcPts val="0"/>
              </a:spcBef>
              <a:spcAft>
                <a:spcPts val="0"/>
              </a:spcAft>
              <a:buSzPts val="1400"/>
              <a:buNone/>
              <a:defRPr sz="4400" b="0" i="0" u="none" strike="noStrike" cap="none">
                <a:solidFill>
                  <a:schemeClr val="dk1"/>
                </a:solidFill>
                <a:latin typeface="Oswald"/>
                <a:ea typeface="Oswald"/>
                <a:cs typeface="Oswald"/>
                <a:sym typeface="Oswald"/>
              </a:defRPr>
            </a:lvl2pPr>
            <a:lvl3pPr marR="0" lvl="2" algn="ctr" rtl="0">
              <a:spcBef>
                <a:spcPts val="0"/>
              </a:spcBef>
              <a:spcAft>
                <a:spcPts val="0"/>
              </a:spcAft>
              <a:buSzPts val="1400"/>
              <a:buNone/>
              <a:defRPr sz="4400" b="0" i="0" u="none" strike="noStrike" cap="none">
                <a:solidFill>
                  <a:schemeClr val="dk1"/>
                </a:solidFill>
                <a:latin typeface="Oswald"/>
                <a:ea typeface="Oswald"/>
                <a:cs typeface="Oswald"/>
                <a:sym typeface="Oswald"/>
              </a:defRPr>
            </a:lvl3pPr>
            <a:lvl4pPr marR="0" lvl="3" algn="ctr" rtl="0">
              <a:spcBef>
                <a:spcPts val="0"/>
              </a:spcBef>
              <a:spcAft>
                <a:spcPts val="0"/>
              </a:spcAft>
              <a:buSzPts val="1400"/>
              <a:buNone/>
              <a:defRPr sz="4400" b="0" i="0" u="none" strike="noStrike" cap="none">
                <a:solidFill>
                  <a:schemeClr val="dk1"/>
                </a:solidFill>
                <a:latin typeface="Oswald"/>
                <a:ea typeface="Oswald"/>
                <a:cs typeface="Oswald"/>
                <a:sym typeface="Oswald"/>
              </a:defRPr>
            </a:lvl4pPr>
            <a:lvl5pPr marR="0" lvl="4" algn="ctr" rtl="0">
              <a:spcBef>
                <a:spcPts val="0"/>
              </a:spcBef>
              <a:spcAft>
                <a:spcPts val="0"/>
              </a:spcAft>
              <a:buSzPts val="1400"/>
              <a:buNone/>
              <a:defRPr sz="4400" b="0" i="0" u="none" strike="noStrike" cap="none">
                <a:solidFill>
                  <a:schemeClr val="dk1"/>
                </a:solidFill>
                <a:latin typeface="Oswald"/>
                <a:ea typeface="Oswald"/>
                <a:cs typeface="Oswald"/>
                <a:sym typeface="Oswald"/>
              </a:defRPr>
            </a:lvl5pPr>
            <a:lvl6pPr marR="0" lvl="5" algn="ctr" rtl="0">
              <a:spcBef>
                <a:spcPts val="0"/>
              </a:spcBef>
              <a:spcAft>
                <a:spcPts val="0"/>
              </a:spcAft>
              <a:buSzPts val="1400"/>
              <a:buNone/>
              <a:defRPr sz="4400" b="0" i="0" u="none" strike="noStrike" cap="none">
                <a:solidFill>
                  <a:schemeClr val="dk1"/>
                </a:solidFill>
                <a:latin typeface="Oswald"/>
                <a:ea typeface="Oswald"/>
                <a:cs typeface="Oswald"/>
                <a:sym typeface="Oswald"/>
              </a:defRPr>
            </a:lvl6pPr>
            <a:lvl7pPr marR="0" lvl="6" algn="ctr" rtl="0">
              <a:spcBef>
                <a:spcPts val="0"/>
              </a:spcBef>
              <a:spcAft>
                <a:spcPts val="0"/>
              </a:spcAft>
              <a:buSzPts val="1400"/>
              <a:buNone/>
              <a:defRPr sz="4400" b="0" i="0" u="none" strike="noStrike" cap="none">
                <a:solidFill>
                  <a:schemeClr val="dk1"/>
                </a:solidFill>
                <a:latin typeface="Oswald"/>
                <a:ea typeface="Oswald"/>
                <a:cs typeface="Oswald"/>
                <a:sym typeface="Oswald"/>
              </a:defRPr>
            </a:lvl7pPr>
            <a:lvl8pPr marR="0" lvl="7" algn="ctr" rtl="0">
              <a:spcBef>
                <a:spcPts val="0"/>
              </a:spcBef>
              <a:spcAft>
                <a:spcPts val="0"/>
              </a:spcAft>
              <a:buSzPts val="1400"/>
              <a:buNone/>
              <a:defRPr sz="4400" b="0" i="0" u="none" strike="noStrike" cap="none">
                <a:solidFill>
                  <a:schemeClr val="dk1"/>
                </a:solidFill>
                <a:latin typeface="Oswald"/>
                <a:ea typeface="Oswald"/>
                <a:cs typeface="Oswald"/>
                <a:sym typeface="Oswald"/>
              </a:defRPr>
            </a:lvl8pPr>
            <a:lvl9pPr marR="0" lvl="8" algn="ctr" rtl="0">
              <a:spcBef>
                <a:spcPts val="0"/>
              </a:spcBef>
              <a:spcAft>
                <a:spcPts val="0"/>
              </a:spcAft>
              <a:buSzPts val="1400"/>
              <a:buNone/>
              <a:defRPr sz="4400" b="0" i="0" u="none" strike="noStrike" cap="none">
                <a:solidFill>
                  <a:schemeClr val="dk1"/>
                </a:solidFill>
                <a:latin typeface="Oswald"/>
                <a:ea typeface="Oswald"/>
                <a:cs typeface="Oswald"/>
                <a:sym typeface="Oswald"/>
              </a:defRPr>
            </a:lvl9pPr>
          </a:lstStyle>
          <a:p>
            <a:endParaRPr/>
          </a:p>
        </p:txBody>
      </p:sp>
      <p:sp>
        <p:nvSpPr>
          <p:cNvPr id="11" name="Google Shape;11;p8"/>
          <p:cNvSpPr txBox="1">
            <a:spLocks noGrp="1"/>
          </p:cNvSpPr>
          <p:nvPr>
            <p:ph type="body" idx="1"/>
          </p:nvPr>
        </p:nvSpPr>
        <p:spPr>
          <a:xfrm>
            <a:off x="609600" y="1095375"/>
            <a:ext cx="10972800" cy="5030788"/>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Oswald"/>
                <a:ea typeface="Oswald"/>
                <a:cs typeface="Oswald"/>
                <a:sym typeface="Oswald"/>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Oswald"/>
                <a:ea typeface="Oswald"/>
                <a:cs typeface="Oswald"/>
                <a:sym typeface="Oswald"/>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Oswald"/>
                <a:ea typeface="Oswald"/>
                <a:cs typeface="Oswald"/>
                <a:sym typeface="Oswald"/>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Oswald"/>
                <a:ea typeface="Oswald"/>
                <a:cs typeface="Oswald"/>
                <a:sym typeface="Oswald"/>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Oswald"/>
                <a:ea typeface="Oswald"/>
                <a:cs typeface="Oswald"/>
                <a:sym typeface="Oswald"/>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Oswald"/>
                <a:ea typeface="Oswald"/>
                <a:cs typeface="Oswald"/>
                <a:sym typeface="Oswal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swald"/>
                <a:ea typeface="Oswald"/>
                <a:cs typeface="Oswald"/>
                <a:sym typeface="Oswal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Oswald"/>
                <a:ea typeface="Oswald"/>
                <a:cs typeface="Oswald"/>
                <a:sym typeface="Oswald"/>
              </a:defRPr>
            </a:lvl1pPr>
            <a:lvl2pPr marL="0" marR="0" lvl="1" indent="0" algn="r" rtl="0">
              <a:spcBef>
                <a:spcPts val="0"/>
              </a:spcBef>
              <a:spcAft>
                <a:spcPts val="0"/>
              </a:spcAft>
              <a:buNone/>
              <a:defRPr sz="1200" b="0" i="0" u="none" strike="noStrike" cap="none">
                <a:solidFill>
                  <a:srgbClr val="898989"/>
                </a:solidFill>
                <a:latin typeface="Oswald"/>
                <a:ea typeface="Oswald"/>
                <a:cs typeface="Oswald"/>
                <a:sym typeface="Oswald"/>
              </a:defRPr>
            </a:lvl2pPr>
            <a:lvl3pPr marL="0" marR="0" lvl="2" indent="0" algn="r" rtl="0">
              <a:spcBef>
                <a:spcPts val="0"/>
              </a:spcBef>
              <a:spcAft>
                <a:spcPts val="0"/>
              </a:spcAft>
              <a:buNone/>
              <a:defRPr sz="1200" b="0" i="0" u="none" strike="noStrike" cap="none">
                <a:solidFill>
                  <a:srgbClr val="898989"/>
                </a:solidFill>
                <a:latin typeface="Oswald"/>
                <a:ea typeface="Oswald"/>
                <a:cs typeface="Oswald"/>
                <a:sym typeface="Oswald"/>
              </a:defRPr>
            </a:lvl3pPr>
            <a:lvl4pPr marL="0" marR="0" lvl="3" indent="0" algn="r" rtl="0">
              <a:spcBef>
                <a:spcPts val="0"/>
              </a:spcBef>
              <a:spcAft>
                <a:spcPts val="0"/>
              </a:spcAft>
              <a:buNone/>
              <a:defRPr sz="1200" b="0" i="0" u="none" strike="noStrike" cap="none">
                <a:solidFill>
                  <a:srgbClr val="898989"/>
                </a:solidFill>
                <a:latin typeface="Oswald"/>
                <a:ea typeface="Oswald"/>
                <a:cs typeface="Oswald"/>
                <a:sym typeface="Oswald"/>
              </a:defRPr>
            </a:lvl4pPr>
            <a:lvl5pPr marL="0" marR="0" lvl="4" indent="0" algn="r" rtl="0">
              <a:spcBef>
                <a:spcPts val="0"/>
              </a:spcBef>
              <a:spcAft>
                <a:spcPts val="0"/>
              </a:spcAft>
              <a:buNone/>
              <a:defRPr sz="1200" b="0" i="0" u="none" strike="noStrike" cap="none">
                <a:solidFill>
                  <a:srgbClr val="898989"/>
                </a:solidFill>
                <a:latin typeface="Oswald"/>
                <a:ea typeface="Oswald"/>
                <a:cs typeface="Oswald"/>
                <a:sym typeface="Oswald"/>
              </a:defRPr>
            </a:lvl5pPr>
            <a:lvl6pPr marL="0" marR="0" lvl="5" indent="0" algn="r" rtl="0">
              <a:spcBef>
                <a:spcPts val="0"/>
              </a:spcBef>
              <a:spcAft>
                <a:spcPts val="0"/>
              </a:spcAft>
              <a:buNone/>
              <a:defRPr sz="1200" b="0" i="0" u="none" strike="noStrike" cap="none">
                <a:solidFill>
                  <a:srgbClr val="898989"/>
                </a:solidFill>
                <a:latin typeface="Oswald"/>
                <a:ea typeface="Oswald"/>
                <a:cs typeface="Oswald"/>
                <a:sym typeface="Oswald"/>
              </a:defRPr>
            </a:lvl6pPr>
            <a:lvl7pPr marL="0" marR="0" lvl="6" indent="0" algn="r" rtl="0">
              <a:spcBef>
                <a:spcPts val="0"/>
              </a:spcBef>
              <a:spcAft>
                <a:spcPts val="0"/>
              </a:spcAft>
              <a:buNone/>
              <a:defRPr sz="1200" b="0" i="0" u="none" strike="noStrike" cap="none">
                <a:solidFill>
                  <a:srgbClr val="898989"/>
                </a:solidFill>
                <a:latin typeface="Oswald"/>
                <a:ea typeface="Oswald"/>
                <a:cs typeface="Oswald"/>
                <a:sym typeface="Oswald"/>
              </a:defRPr>
            </a:lvl7pPr>
            <a:lvl8pPr marL="0" marR="0" lvl="7" indent="0" algn="r" rtl="0">
              <a:spcBef>
                <a:spcPts val="0"/>
              </a:spcBef>
              <a:spcAft>
                <a:spcPts val="0"/>
              </a:spcAft>
              <a:buNone/>
              <a:defRPr sz="1200" b="0" i="0" u="none" strike="noStrike" cap="none">
                <a:solidFill>
                  <a:srgbClr val="898989"/>
                </a:solidFill>
                <a:latin typeface="Oswald"/>
                <a:ea typeface="Oswald"/>
                <a:cs typeface="Oswald"/>
                <a:sym typeface="Oswald"/>
              </a:defRPr>
            </a:lvl8pPr>
            <a:lvl9pPr marL="0" marR="0" lvl="8" indent="0" algn="r" rtl="0">
              <a:spcBef>
                <a:spcPts val="0"/>
              </a:spcBef>
              <a:spcAft>
                <a:spcPts val="0"/>
              </a:spcAft>
              <a:buNone/>
              <a:defRPr sz="12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espressif.com/en/products/socs/esp32" TargetMode="External"/><Relationship Id="rId7" Type="http://schemas.openxmlformats.org/officeDocument/2006/relationships/hyperlink" Target="https://www.nist.gov/document/panel2kekedjianford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csf.tools/reference/nist-sp-800-53/r5/ma/ma-6/ma-6-2/" TargetMode="External"/><Relationship Id="rId5" Type="http://schemas.openxmlformats.org/officeDocument/2006/relationships/hyperlink" Target="https://www.ti.com/product-category/power-management/power-protection-switches-controllers/overview.html" TargetMode="External"/><Relationship Id="rId4" Type="http://schemas.openxmlformats.org/officeDocument/2006/relationships/hyperlink" Target="https://www.ti.com/product/INA219"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1802314" y="174051"/>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7276630" y="851521"/>
            <a:ext cx="4638605" cy="5154967"/>
          </a:xfrm>
          <a:custGeom>
            <a:avLst/>
            <a:gdLst/>
            <a:ahLst/>
            <a:cxnLst/>
            <a:rect l="l" t="t" r="r" b="b"/>
            <a:pathLst>
              <a:path w="6184806" h="5154967" extrusionOk="0">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l="-6542" r="66458"/>
          <a:stretch/>
        </p:blipFill>
        <p:spPr>
          <a:xfrm>
            <a:off x="8164323" y="1556955"/>
            <a:ext cx="2838954" cy="2527551"/>
          </a:xfrm>
          <a:prstGeom prst="rect">
            <a:avLst/>
          </a:prstGeom>
          <a:noFill/>
          <a:ln>
            <a:noFill/>
          </a:ln>
        </p:spPr>
      </p:pic>
      <p:sp>
        <p:nvSpPr>
          <p:cNvPr id="91" name="Google Shape;91;p1"/>
          <p:cNvSpPr txBox="1">
            <a:spLocks noGrp="1"/>
          </p:cNvSpPr>
          <p:nvPr>
            <p:ph type="subTitle" idx="1"/>
          </p:nvPr>
        </p:nvSpPr>
        <p:spPr>
          <a:xfrm>
            <a:off x="1245686" y="648614"/>
            <a:ext cx="85344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None/>
            </a:pPr>
            <a:endParaRPr b="1">
              <a:solidFill>
                <a:schemeClr val="dk1"/>
              </a:solidFill>
              <a:latin typeface="Times New Roman"/>
              <a:ea typeface="Times New Roman"/>
              <a:cs typeface="Times New Roman"/>
              <a:sym typeface="Times New Roman"/>
            </a:endParaRPr>
          </a:p>
          <a:p>
            <a:pPr marL="0" lvl="0" indent="0" algn="ctr" rtl="0">
              <a:spcBef>
                <a:spcPts val="640"/>
              </a:spcBef>
              <a:spcAft>
                <a:spcPts val="0"/>
              </a:spcAft>
              <a:buClr>
                <a:schemeClr val="dk1"/>
              </a:buClr>
              <a:buSzPts val="3200"/>
              <a:buNone/>
            </a:pPr>
            <a:endParaRPr b="1">
              <a:solidFill>
                <a:schemeClr val="dk1"/>
              </a:solidFill>
              <a:latin typeface="Times New Roman"/>
              <a:ea typeface="Times New Roman"/>
              <a:cs typeface="Times New Roman"/>
              <a:sym typeface="Times New Roman"/>
            </a:endParaRPr>
          </a:p>
        </p:txBody>
      </p:sp>
      <p:sp>
        <p:nvSpPr>
          <p:cNvPr id="92" name="Google Shape;92;p1"/>
          <p:cNvSpPr txBox="1">
            <a:spLocks noGrp="1"/>
          </p:cNvSpPr>
          <p:nvPr>
            <p:ph type="ctrTitle"/>
          </p:nvPr>
        </p:nvSpPr>
        <p:spPr>
          <a:xfrm>
            <a:off x="331286" y="-526757"/>
            <a:ext cx="10363200" cy="20764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dirty="0">
                <a:solidFill>
                  <a:schemeClr val="dk2"/>
                </a:solidFill>
              </a:rPr>
              <a:t>SMART INDIA HACKATHON 2026</a:t>
            </a:r>
            <a:endParaRPr sz="4000" dirty="0">
              <a:solidFill>
                <a:schemeClr val="dk2"/>
              </a:solidFill>
            </a:endParaRPr>
          </a:p>
        </p:txBody>
      </p:sp>
      <p:sp>
        <p:nvSpPr>
          <p:cNvPr id="93" name="Google Shape;93;p1"/>
          <p:cNvSpPr txBox="1"/>
          <p:nvPr/>
        </p:nvSpPr>
        <p:spPr>
          <a:xfrm>
            <a:off x="331286" y="691351"/>
            <a:ext cx="7890000" cy="48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just" rtl="0">
              <a:lnSpc>
                <a:spcPct val="200000"/>
              </a:lnSpc>
              <a:spcBef>
                <a:spcPts val="0"/>
              </a:spcBef>
              <a:spcAft>
                <a:spcPts val="0"/>
              </a:spcAft>
              <a:buClr>
                <a:schemeClr val="dk1"/>
              </a:buClr>
              <a:buSzPts val="2400"/>
              <a:buFont typeface="Arial"/>
              <a:buChar char="•"/>
            </a:pPr>
            <a:r>
              <a:rPr lang="en-US" sz="2400" dirty="0">
                <a:solidFill>
                  <a:schemeClr val="dk1"/>
                </a:solidFill>
                <a:latin typeface="Lucida Bright" panose="02040602050505020304" pitchFamily="18" charset="0"/>
                <a:sym typeface="Arial"/>
              </a:rPr>
              <a:t>Problem Statement ID </a:t>
            </a:r>
            <a:r>
              <a:rPr lang="en-US" sz="2400" b="1" dirty="0">
                <a:solidFill>
                  <a:schemeClr val="dk1"/>
                </a:solidFill>
                <a:latin typeface="Lucida Bright" panose="02040602050505020304" pitchFamily="18" charset="0"/>
                <a:sym typeface="Arial"/>
              </a:rPr>
              <a:t>– </a:t>
            </a:r>
            <a:r>
              <a:rPr lang="en-US" sz="2500" b="1" dirty="0">
                <a:solidFill>
                  <a:schemeClr val="dk1"/>
                </a:solidFill>
                <a:latin typeface="Lucida Bright" panose="02040602050505020304" pitchFamily="18" charset="0"/>
              </a:rPr>
              <a:t>6</a:t>
            </a:r>
            <a:endParaRPr sz="2400" dirty="0">
              <a:latin typeface="Lucida Bright" panose="02040602050505020304" pitchFamily="18" charset="0"/>
            </a:endParaRPr>
          </a:p>
          <a:p>
            <a:pPr marL="285750" lvl="0" indent="-285750" algn="just">
              <a:lnSpc>
                <a:spcPct val="200000"/>
              </a:lnSpc>
              <a:buClr>
                <a:schemeClr val="dk1"/>
              </a:buClr>
              <a:buSzPts val="2400"/>
              <a:buFont typeface="Arial"/>
              <a:buChar char="•"/>
            </a:pPr>
            <a:r>
              <a:rPr lang="en-US" sz="2400" dirty="0">
                <a:solidFill>
                  <a:schemeClr val="dk1"/>
                </a:solidFill>
                <a:latin typeface="Lucida Bright" panose="02040602050505020304" pitchFamily="18" charset="0"/>
                <a:sym typeface="Arial"/>
              </a:rPr>
              <a:t>Problem Statement Title </a:t>
            </a:r>
            <a:r>
              <a:rPr lang="en-US" sz="2400" b="1" dirty="0">
                <a:solidFill>
                  <a:schemeClr val="dk1"/>
                </a:solidFill>
                <a:latin typeface="Lucida Bright" panose="02040602050505020304" pitchFamily="18" charset="0"/>
                <a:sym typeface="Arial"/>
              </a:rPr>
              <a:t>– Laborato</a:t>
            </a:r>
            <a:r>
              <a:rPr lang="en-US" sz="2400" b="1" dirty="0">
                <a:solidFill>
                  <a:schemeClr val="dk1"/>
                </a:solidFill>
                <a:latin typeface="Lucida Bright" panose="02040602050505020304" pitchFamily="18" charset="0"/>
              </a:rPr>
              <a:t>ry Protection and Monitoring System</a:t>
            </a:r>
          </a:p>
          <a:p>
            <a:pPr marL="285750" lvl="0" indent="-285750" algn="just">
              <a:lnSpc>
                <a:spcPct val="200000"/>
              </a:lnSpc>
              <a:buClr>
                <a:schemeClr val="dk1"/>
              </a:buClr>
              <a:buSzPts val="2400"/>
              <a:buFont typeface="Arial"/>
              <a:buChar char="•"/>
            </a:pPr>
            <a:r>
              <a:rPr lang="en-US" sz="2400" dirty="0">
                <a:solidFill>
                  <a:schemeClr val="dk1"/>
                </a:solidFill>
                <a:latin typeface="Lucida Bright" panose="02040602050505020304" pitchFamily="18" charset="0"/>
                <a:sym typeface="Arial"/>
              </a:rPr>
              <a:t>Theme</a:t>
            </a:r>
            <a:r>
              <a:rPr lang="en-US" sz="2400" b="1" dirty="0">
                <a:solidFill>
                  <a:schemeClr val="dk1"/>
                </a:solidFill>
                <a:latin typeface="Lucida Bright" panose="02040602050505020304" pitchFamily="18" charset="0"/>
                <a:sym typeface="Arial"/>
              </a:rPr>
              <a:t> - </a:t>
            </a:r>
            <a:r>
              <a:rPr lang="en-US" sz="2500" b="1" dirty="0">
                <a:solidFill>
                  <a:schemeClr val="dk1"/>
                </a:solidFill>
                <a:latin typeface="Lucida Bright" panose="02040602050505020304" pitchFamily="18" charset="0"/>
              </a:rPr>
              <a:t>Open innovation – SMART LabGuard</a:t>
            </a:r>
            <a:endParaRPr dirty="0">
              <a:latin typeface="Lucida Bright" panose="02040602050505020304" pitchFamily="18" charset="0"/>
            </a:endParaRPr>
          </a:p>
          <a:p>
            <a:pPr marL="285750" marR="0" lvl="0" indent="-285750" algn="just" rtl="0">
              <a:lnSpc>
                <a:spcPct val="200000"/>
              </a:lnSpc>
              <a:spcBef>
                <a:spcPts val="0"/>
              </a:spcBef>
              <a:spcAft>
                <a:spcPts val="0"/>
              </a:spcAft>
              <a:buClr>
                <a:schemeClr val="dk1"/>
              </a:buClr>
              <a:buSzPts val="2400"/>
              <a:buFont typeface="Arial"/>
              <a:buChar char="•"/>
            </a:pPr>
            <a:r>
              <a:rPr lang="en-US" sz="2400" dirty="0">
                <a:solidFill>
                  <a:schemeClr val="dk1"/>
                </a:solidFill>
                <a:latin typeface="Lucida Bright" panose="02040602050505020304" pitchFamily="18" charset="0"/>
                <a:sym typeface="Arial"/>
              </a:rPr>
              <a:t>PS Category </a:t>
            </a:r>
            <a:r>
              <a:rPr lang="en-US" sz="2400" b="1" dirty="0">
                <a:solidFill>
                  <a:schemeClr val="dk1"/>
                </a:solidFill>
                <a:latin typeface="Lucida Bright" panose="02040602050505020304" pitchFamily="18" charset="0"/>
                <a:sym typeface="Arial"/>
              </a:rPr>
              <a:t>– </a:t>
            </a:r>
            <a:r>
              <a:rPr lang="en-US" sz="2400" b="1" dirty="0">
                <a:solidFill>
                  <a:schemeClr val="dk1"/>
                </a:solidFill>
                <a:latin typeface="Lucida Bright" panose="02040602050505020304" pitchFamily="18" charset="0"/>
              </a:rPr>
              <a:t>Internet of Things (IoT)</a:t>
            </a:r>
            <a:endParaRPr dirty="0">
              <a:latin typeface="Lucida Bright" panose="02040602050505020304" pitchFamily="18" charset="0"/>
            </a:endParaRPr>
          </a:p>
          <a:p>
            <a:pPr marL="285750" marR="0" lvl="0" indent="-285750" algn="just" rtl="0">
              <a:lnSpc>
                <a:spcPct val="200000"/>
              </a:lnSpc>
              <a:spcBef>
                <a:spcPts val="0"/>
              </a:spcBef>
              <a:spcAft>
                <a:spcPts val="0"/>
              </a:spcAft>
              <a:buClr>
                <a:schemeClr val="dk1"/>
              </a:buClr>
              <a:buSzPts val="2400"/>
              <a:buFont typeface="Arial"/>
              <a:buChar char="•"/>
            </a:pPr>
            <a:r>
              <a:rPr lang="en-US" sz="2400" dirty="0">
                <a:solidFill>
                  <a:schemeClr val="dk1"/>
                </a:solidFill>
                <a:latin typeface="Lucida Bright" panose="02040602050505020304" pitchFamily="18" charset="0"/>
                <a:sym typeface="Arial"/>
              </a:rPr>
              <a:t>Team Name </a:t>
            </a:r>
            <a:r>
              <a:rPr lang="en-US" sz="2400" b="1" dirty="0">
                <a:solidFill>
                  <a:schemeClr val="dk1"/>
                </a:solidFill>
                <a:latin typeface="Lucida Bright" panose="02040602050505020304" pitchFamily="18" charset="0"/>
              </a:rPr>
              <a:t>- TECHTRONIX</a:t>
            </a:r>
            <a:endParaRPr sz="2400" b="1" dirty="0">
              <a:solidFill>
                <a:schemeClr val="dk1"/>
              </a:solidFill>
              <a:latin typeface="Lucida Bright" panose="02040602050505020304" pitchFamily="18" charset="0"/>
              <a:sym typeface="Arial"/>
            </a:endParaRPr>
          </a:p>
        </p:txBody>
      </p:sp>
      <p:pic>
        <p:nvPicPr>
          <p:cNvPr id="94" name="Google Shape;94;p1"/>
          <p:cNvPicPr preferRelativeResize="0"/>
          <p:nvPr/>
        </p:nvPicPr>
        <p:blipFill rotWithShape="1">
          <a:blip r:embed="rId4">
            <a:alphaModFix/>
          </a:blip>
          <a:srcRect/>
          <a:stretch/>
        </p:blipFill>
        <p:spPr>
          <a:xfrm>
            <a:off x="9780086" y="1500"/>
            <a:ext cx="2249850" cy="1062337"/>
          </a:xfrm>
          <a:prstGeom prst="rect">
            <a:avLst/>
          </a:prstGeom>
          <a:noFill/>
          <a:ln>
            <a:noFill/>
          </a:ln>
        </p:spPr>
      </p:pic>
      <p:pic>
        <p:nvPicPr>
          <p:cNvPr id="3" name="Picture 2">
            <a:extLst>
              <a:ext uri="{FF2B5EF4-FFF2-40B4-BE49-F238E27FC236}">
                <a16:creationId xmlns:a16="http://schemas.microsoft.com/office/drawing/2014/main" id="{34D7AF28-F14F-6524-04D4-C0D670C73B1E}"/>
              </a:ext>
            </a:extLst>
          </p:cNvPr>
          <p:cNvPicPr>
            <a:picLocks noChangeAspect="1"/>
          </p:cNvPicPr>
          <p:nvPr/>
        </p:nvPicPr>
        <p:blipFill>
          <a:blip r:embed="rId5"/>
          <a:stretch>
            <a:fillRect/>
          </a:stretch>
        </p:blipFill>
        <p:spPr>
          <a:xfrm>
            <a:off x="7134708" y="3939229"/>
            <a:ext cx="4780527" cy="2723631"/>
          </a:xfrm>
          <a:prstGeom prst="rect">
            <a:avLst/>
          </a:prstGeom>
          <a:effectLst>
            <a:softEdge rad="508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p:nvPr/>
        </p:nvSpPr>
        <p:spPr>
          <a:xfrm>
            <a:off x="0" y="6354762"/>
            <a:ext cx="12192000" cy="503100"/>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953734"/>
              </a:solidFill>
              <a:latin typeface="Calibri"/>
              <a:ea typeface="Calibri"/>
              <a:cs typeface="Calibri"/>
              <a:sym typeface="Calibri"/>
            </a:endParaRPr>
          </a:p>
        </p:txBody>
      </p:sp>
      <p:sp>
        <p:nvSpPr>
          <p:cNvPr id="101" name="Google Shape;101;p3"/>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dirty="0">
                <a:latin typeface="Nunito Medium"/>
                <a:ea typeface="Nunito Medium"/>
                <a:cs typeface="Nunito Medium"/>
                <a:sym typeface="Nunito Medium"/>
              </a:rPr>
              <a:t>TECHNICAL APPROACH</a:t>
            </a:r>
            <a:endParaRPr dirty="0">
              <a:latin typeface="Nunito Medium"/>
              <a:ea typeface="Nunito Medium"/>
              <a:cs typeface="Nunito Medium"/>
              <a:sym typeface="Nunito Medium"/>
            </a:endParaRPr>
          </a:p>
        </p:txBody>
      </p:sp>
      <p:sp>
        <p:nvSpPr>
          <p:cNvPr id="102" name="Google Shape;102;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lt1"/>
                </a:solidFill>
              </a:rPr>
              <a:t>2</a:t>
            </a:fld>
            <a:endParaRPr b="1">
              <a:solidFill>
                <a:schemeClr val="lt1"/>
              </a:solidFill>
            </a:endParaRPr>
          </a:p>
        </p:txBody>
      </p:sp>
      <p:sp>
        <p:nvSpPr>
          <p:cNvPr id="103" name="Google Shape;103;p3"/>
          <p:cNvSpPr txBox="1">
            <a:spLocks noGrp="1"/>
          </p:cNvSpPr>
          <p:nvPr>
            <p:ph type="ftr" idx="11"/>
          </p:nvPr>
        </p:nvSpPr>
        <p:spPr>
          <a:xfrm>
            <a:off x="4648200" y="6356353"/>
            <a:ext cx="32040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lt1"/>
                </a:solidFill>
              </a:rPr>
              <a:t>@SIH Idea submission- Template</a:t>
            </a:r>
            <a:endParaRPr>
              <a:solidFill>
                <a:schemeClr val="lt1"/>
              </a:solidFill>
            </a:endParaRPr>
          </a:p>
        </p:txBody>
      </p:sp>
      <p:sp>
        <p:nvSpPr>
          <p:cNvPr id="104" name="Google Shape;104;p3" descr="Your startup LOGO"/>
          <p:cNvSpPr/>
          <p:nvPr/>
        </p:nvSpPr>
        <p:spPr>
          <a:xfrm>
            <a:off x="162063" y="186379"/>
            <a:ext cx="2354733" cy="69257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masis MT Pro Light" panose="02040304050005020304" pitchFamily="18" charset="0"/>
                <a:ea typeface="Calibri"/>
                <a:cs typeface="Calibri"/>
                <a:sym typeface="Calibri"/>
              </a:rPr>
              <a:t>TECHTRONIX </a:t>
            </a:r>
            <a:endParaRPr sz="1800" dirty="0">
              <a:solidFill>
                <a:schemeClr val="dk1"/>
              </a:solidFill>
              <a:latin typeface="Amasis MT Pro Light" panose="02040304050005020304" pitchFamily="18" charset="0"/>
              <a:ea typeface="Calibri"/>
              <a:cs typeface="Calibri"/>
              <a:sym typeface="Calibri"/>
            </a:endParaRPr>
          </a:p>
        </p:txBody>
      </p:sp>
      <p:pic>
        <p:nvPicPr>
          <p:cNvPr id="105" name="Google Shape;105;p3"/>
          <p:cNvPicPr preferRelativeResize="0"/>
          <p:nvPr/>
        </p:nvPicPr>
        <p:blipFill rotWithShape="1">
          <a:blip r:embed="rId3">
            <a:alphaModFix/>
          </a:blip>
          <a:srcRect/>
          <a:stretch/>
        </p:blipFill>
        <p:spPr>
          <a:xfrm>
            <a:off x="9780086" y="1500"/>
            <a:ext cx="2249851" cy="1062337"/>
          </a:xfrm>
          <a:prstGeom prst="rect">
            <a:avLst/>
          </a:prstGeom>
          <a:noFill/>
          <a:ln>
            <a:noFill/>
          </a:ln>
        </p:spPr>
      </p:pic>
      <p:sp>
        <p:nvSpPr>
          <p:cNvPr id="106" name="Google Shape;106;p3"/>
          <p:cNvSpPr txBox="1"/>
          <p:nvPr/>
        </p:nvSpPr>
        <p:spPr>
          <a:xfrm>
            <a:off x="393600" y="1063825"/>
            <a:ext cx="11713200" cy="5607689"/>
          </a:xfrm>
          <a:prstGeom prst="rect">
            <a:avLst/>
          </a:prstGeom>
          <a:solidFill>
            <a:srgbClr val="000000">
              <a:alpha val="0"/>
            </a:srgbClr>
          </a:solidFill>
          <a:ln>
            <a:noFill/>
          </a:ln>
        </p:spPr>
        <p:txBody>
          <a:bodyPr spcFirstLastPara="1" wrap="square" lIns="95250" tIns="38100" rIns="95250" bIns="38100" anchor="t" anchorCtr="0">
            <a:spAutoFit/>
          </a:bodyPr>
          <a:lstStyle/>
          <a:p>
            <a:pPr marL="457200" lvl="0" indent="0" algn="l" rtl="0">
              <a:lnSpc>
                <a:spcPct val="115000"/>
              </a:lnSpc>
              <a:spcBef>
                <a:spcPts val="1800"/>
              </a:spcBef>
              <a:spcAft>
                <a:spcPts val="0"/>
              </a:spcAft>
              <a:buNone/>
            </a:pPr>
            <a:r>
              <a:rPr lang="en-US" sz="2300" u="sng" dirty="0">
                <a:solidFill>
                  <a:schemeClr val="dk2"/>
                </a:solidFill>
                <a:latin typeface="Oswald"/>
                <a:ea typeface="Oswald"/>
                <a:cs typeface="Oswald"/>
                <a:sym typeface="Oswald"/>
              </a:rPr>
              <a:t>PROBLEM STATEMENT</a:t>
            </a:r>
          </a:p>
          <a:p>
            <a:pPr marL="457200" lvl="0">
              <a:lnSpc>
                <a:spcPct val="150000"/>
              </a:lnSpc>
              <a:spcBef>
                <a:spcPts val="1800"/>
              </a:spcBef>
            </a:pPr>
            <a:r>
              <a:rPr lang="en-US" sz="1500" dirty="0">
                <a:solidFill>
                  <a:schemeClr val="dk1"/>
                </a:solidFill>
                <a:latin typeface="Lucida Bright" panose="02040602050505020304" pitchFamily="18" charset="0"/>
              </a:rPr>
              <a:t>"Accidental electrical faults in laboratory experiments can damage expensive equipment, increase maintenance costs, and cause downtime. The lack of real-time, bench-level monitoring also makes it difficult for lab in-charges to detect faults early and perform proactive maintenance."</a:t>
            </a:r>
            <a:endParaRPr sz="1500" dirty="0">
              <a:solidFill>
                <a:schemeClr val="dk1"/>
              </a:solidFill>
              <a:latin typeface="Lucida Bright" panose="02040602050505020304" pitchFamily="18" charset="0"/>
            </a:endParaRPr>
          </a:p>
          <a:p>
            <a:pPr marL="0" lvl="0" indent="0" algn="l" rtl="0">
              <a:lnSpc>
                <a:spcPct val="115000"/>
              </a:lnSpc>
              <a:spcBef>
                <a:spcPts val="1200"/>
              </a:spcBef>
              <a:spcAft>
                <a:spcPts val="0"/>
              </a:spcAft>
              <a:buClr>
                <a:schemeClr val="dk1"/>
              </a:buClr>
              <a:buSzPts val="1100"/>
              <a:buFont typeface="Arial"/>
              <a:buNone/>
            </a:pPr>
            <a:r>
              <a:rPr lang="en-US" sz="2300" dirty="0">
                <a:solidFill>
                  <a:schemeClr val="dk2"/>
                </a:solidFill>
                <a:latin typeface="Oswald"/>
                <a:ea typeface="Oswald"/>
                <a:cs typeface="Oswald"/>
                <a:sym typeface="Oswald"/>
              </a:rPr>
              <a:t>       </a:t>
            </a:r>
            <a:r>
              <a:rPr lang="en-US" sz="2300" u="sng" dirty="0">
                <a:solidFill>
                  <a:schemeClr val="dk2"/>
                </a:solidFill>
                <a:latin typeface="Oswald"/>
                <a:ea typeface="Oswald"/>
                <a:cs typeface="Oswald"/>
                <a:sym typeface="Oswald"/>
              </a:rPr>
              <a:t>PROPOSED SOLUTION</a:t>
            </a:r>
            <a:endParaRPr sz="2300" u="sng" dirty="0">
              <a:solidFill>
                <a:schemeClr val="dk2"/>
              </a:solidFill>
              <a:latin typeface="Oswald"/>
              <a:ea typeface="Oswald"/>
              <a:cs typeface="Oswald"/>
              <a:sym typeface="Oswald"/>
            </a:endParaRPr>
          </a:p>
          <a:p>
            <a:pPr marL="457200" lvl="0">
              <a:lnSpc>
                <a:spcPct val="150000"/>
              </a:lnSpc>
              <a:spcBef>
                <a:spcPts val="1200"/>
              </a:spcBef>
            </a:pPr>
            <a:r>
              <a:rPr lang="en-US" sz="1600" dirty="0">
                <a:solidFill>
                  <a:schemeClr val="dk1"/>
                </a:solidFill>
                <a:latin typeface="Lucida Bright" panose="02040602050505020304" pitchFamily="18" charset="0"/>
              </a:rPr>
              <a:t>LabGuards is a smart protection system that monitors voltage, current, power, and temperature at every laboratory bench. It detects electrical faults and quickly isolates the circuit to prevent equipment damage, while an ESP32 sends real-time data and alerts to the lab in-charge dashboard. Fault history and equipment health monitoring also enable proactive maintenance.</a:t>
            </a:r>
            <a:endParaRPr sz="1600" dirty="0">
              <a:solidFill>
                <a:schemeClr val="dk1"/>
              </a:solidFill>
              <a:latin typeface="Lucida Bright" panose="02040602050505020304" pitchFamily="18" charset="0"/>
            </a:endParaRPr>
          </a:p>
          <a:p>
            <a:pPr marL="457200" lvl="0" indent="0" algn="l" rtl="0">
              <a:spcBef>
                <a:spcPts val="1200"/>
              </a:spcBef>
              <a:spcAft>
                <a:spcPts val="0"/>
              </a:spcAft>
              <a:buNone/>
            </a:pPr>
            <a:endParaRPr sz="3300" u="sng" dirty="0">
              <a:solidFill>
                <a:schemeClr val="dk2"/>
              </a:solidFill>
              <a:latin typeface="Oswald"/>
              <a:ea typeface="Oswald"/>
              <a:cs typeface="Oswald"/>
              <a:sym typeface="Oswald"/>
            </a:endParaRPr>
          </a:p>
          <a:p>
            <a:pPr marL="457200" lvl="0" indent="0" algn="l" rtl="0">
              <a:spcBef>
                <a:spcPts val="0"/>
              </a:spcBef>
              <a:spcAft>
                <a:spcPts val="0"/>
              </a:spcAft>
              <a:buNone/>
            </a:pPr>
            <a:endParaRPr sz="1700" b="1" dirty="0">
              <a:solidFill>
                <a:schemeClr val="dk1"/>
              </a:solidFill>
            </a:endParaRPr>
          </a:p>
          <a:p>
            <a:pPr marL="457200" lvl="0" indent="0" algn="l" rtl="0">
              <a:spcBef>
                <a:spcPts val="0"/>
              </a:spcBef>
              <a:spcAft>
                <a:spcPts val="0"/>
              </a:spcAft>
              <a:buNone/>
            </a:pPr>
            <a:endParaRPr sz="3300" u="sng" dirty="0">
              <a:solidFill>
                <a:schemeClr val="dk2"/>
              </a:solidFill>
              <a:latin typeface="Oswald"/>
              <a:ea typeface="Oswald"/>
              <a:cs typeface="Oswald"/>
              <a:sym typeface="Oswald"/>
            </a:endParaRPr>
          </a:p>
        </p:txBody>
      </p:sp>
      <p:sp>
        <p:nvSpPr>
          <p:cNvPr id="4" name="Rectangle: Rounded Corners 3" descr="Monitor→Detect→ Protect → Alert → Maintain">
            <a:extLst>
              <a:ext uri="{FF2B5EF4-FFF2-40B4-BE49-F238E27FC236}">
                <a16:creationId xmlns:a16="http://schemas.microsoft.com/office/drawing/2014/main" id="{733E4DA8-A99D-350E-A358-C63F2F46AB4C}"/>
              </a:ext>
            </a:extLst>
          </p:cNvPr>
          <p:cNvSpPr/>
          <p:nvPr/>
        </p:nvSpPr>
        <p:spPr>
          <a:xfrm>
            <a:off x="3344615" y="5289755"/>
            <a:ext cx="5392985" cy="6096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A63C3395-B7E2-DA38-901A-3FC9359B1D19}"/>
              </a:ext>
            </a:extLst>
          </p:cNvPr>
          <p:cNvSpPr txBox="1"/>
          <p:nvPr/>
        </p:nvSpPr>
        <p:spPr>
          <a:xfrm>
            <a:off x="3429816" y="5425278"/>
            <a:ext cx="5332368" cy="338554"/>
          </a:xfrm>
          <a:prstGeom prst="rect">
            <a:avLst/>
          </a:prstGeom>
          <a:noFill/>
        </p:spPr>
        <p:txBody>
          <a:bodyPr wrap="square" rtlCol="0">
            <a:spAutoFit/>
          </a:bodyPr>
          <a:lstStyle/>
          <a:p>
            <a:r>
              <a:rPr lang="en-IN" sz="1600" b="1" dirty="0">
                <a:latin typeface="Lucida Bright" panose="02040602050505020304" pitchFamily="18" charset="0"/>
              </a:rPr>
              <a:t>Monitor → Detect → Protect → Alert → Maintain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p:nvPr/>
        </p:nvSpPr>
        <p:spPr>
          <a:xfrm>
            <a:off x="0" y="6354762"/>
            <a:ext cx="12191999" cy="503238"/>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953734"/>
              </a:solidFill>
              <a:latin typeface="Calibri"/>
              <a:ea typeface="Calibri"/>
              <a:cs typeface="Calibri"/>
              <a:sym typeface="Calibri"/>
            </a:endParaRPr>
          </a:p>
        </p:txBody>
      </p:sp>
      <p:sp>
        <p:nvSpPr>
          <p:cNvPr id="113" name="Google Shape;113;p2"/>
          <p:cNvSpPr txBox="1">
            <a:spLocks noGrp="1"/>
          </p:cNvSpPr>
          <p:nvPr>
            <p:ph type="title"/>
          </p:nvPr>
        </p:nvSpPr>
        <p:spPr>
          <a:xfrm>
            <a:off x="182998" y="0"/>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a:t>SYSTEM ARCHITECTURE</a:t>
            </a:r>
            <a:endParaRPr/>
          </a:p>
        </p:txBody>
      </p:sp>
      <p:sp>
        <p:nvSpPr>
          <p:cNvPr id="114" name="Google Shape;114;p2"/>
          <p:cNvSpPr txBox="1"/>
          <p:nvPr/>
        </p:nvSpPr>
        <p:spPr>
          <a:xfrm>
            <a:off x="222450" y="1189862"/>
            <a:ext cx="11747100" cy="369300"/>
          </a:xfrm>
          <a:prstGeom prst="rect">
            <a:avLst/>
          </a:prstGeom>
          <a:noFill/>
          <a:ln>
            <a:noFill/>
          </a:ln>
        </p:spPr>
        <p:txBody>
          <a:bodyPr spcFirstLastPara="1" wrap="square" lIns="91425" tIns="45700" rIns="91425" bIns="45700" anchor="t" anchorCtr="0">
            <a:spAutoFit/>
          </a:bodyPr>
          <a:lstStyle/>
          <a:p>
            <a:pPr marL="457200" marR="0" lvl="0" indent="0" algn="l" rtl="0">
              <a:spcBef>
                <a:spcPts val="0"/>
              </a:spcBef>
              <a:spcAft>
                <a:spcPts val="0"/>
              </a:spcAft>
              <a:buNone/>
            </a:pPr>
            <a:endParaRPr sz="1800" b="1">
              <a:solidFill>
                <a:schemeClr val="dk1"/>
              </a:solidFill>
              <a:latin typeface="Nunito"/>
              <a:ea typeface="Nunito"/>
              <a:cs typeface="Nunito"/>
              <a:sym typeface="Nunito"/>
            </a:endParaRPr>
          </a:p>
        </p:txBody>
      </p:sp>
      <p:sp>
        <p:nvSpPr>
          <p:cNvPr id="115" name="Google Shape;115;p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lt1"/>
                </a:solidFill>
              </a:rPr>
              <a:t>3</a:t>
            </a:fld>
            <a:endParaRPr b="1">
              <a:solidFill>
                <a:schemeClr val="lt1"/>
              </a:solidFill>
            </a:endParaRPr>
          </a:p>
        </p:txBody>
      </p:sp>
      <p:sp>
        <p:nvSpPr>
          <p:cNvPr id="116" name="Google Shape;116;p2"/>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300">
                <a:solidFill>
                  <a:schemeClr val="lt1"/>
                </a:solidFill>
              </a:rPr>
              <a:t>@SIH Idea submission- Template</a:t>
            </a:r>
            <a:endParaRPr sz="1300">
              <a:solidFill>
                <a:schemeClr val="lt1"/>
              </a:solidFill>
            </a:endParaRPr>
          </a:p>
        </p:txBody>
      </p:sp>
      <p:pic>
        <p:nvPicPr>
          <p:cNvPr id="118" name="Google Shape;118;p2"/>
          <p:cNvPicPr preferRelativeResize="0"/>
          <p:nvPr/>
        </p:nvPicPr>
        <p:blipFill rotWithShape="1">
          <a:blip r:embed="rId3">
            <a:alphaModFix/>
          </a:blip>
          <a:srcRect/>
          <a:stretch/>
        </p:blipFill>
        <p:spPr>
          <a:xfrm>
            <a:off x="9780086" y="1500"/>
            <a:ext cx="2249851" cy="1062337"/>
          </a:xfrm>
          <a:prstGeom prst="rect">
            <a:avLst/>
          </a:prstGeom>
          <a:noFill/>
          <a:ln>
            <a:noFill/>
          </a:ln>
        </p:spPr>
      </p:pic>
      <p:sp>
        <p:nvSpPr>
          <p:cNvPr id="5" name="Google Shape;104;p3" descr="Your startup LOGO">
            <a:extLst>
              <a:ext uri="{FF2B5EF4-FFF2-40B4-BE49-F238E27FC236}">
                <a16:creationId xmlns:a16="http://schemas.microsoft.com/office/drawing/2014/main" id="{CFE5302D-71E7-31A2-A769-1B915A43AE9C}"/>
              </a:ext>
            </a:extLst>
          </p:cNvPr>
          <p:cNvSpPr/>
          <p:nvPr/>
        </p:nvSpPr>
        <p:spPr>
          <a:xfrm>
            <a:off x="162063" y="127554"/>
            <a:ext cx="2354733" cy="69257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masis MT Pro Light" panose="02040304050005020304" pitchFamily="18" charset="0"/>
                <a:ea typeface="Calibri"/>
                <a:cs typeface="Calibri"/>
                <a:sym typeface="Calibri"/>
              </a:rPr>
              <a:t>TECHTRONIX </a:t>
            </a:r>
            <a:endParaRPr sz="1800" dirty="0">
              <a:solidFill>
                <a:schemeClr val="dk1"/>
              </a:solidFill>
              <a:latin typeface="Amasis MT Pro Light" panose="02040304050005020304" pitchFamily="18" charset="0"/>
              <a:ea typeface="Calibri"/>
              <a:cs typeface="Calibri"/>
              <a:sym typeface="Calibri"/>
            </a:endParaRPr>
          </a:p>
        </p:txBody>
      </p:sp>
      <p:pic>
        <p:nvPicPr>
          <p:cNvPr id="3" name="Picture 2">
            <a:extLst>
              <a:ext uri="{FF2B5EF4-FFF2-40B4-BE49-F238E27FC236}">
                <a16:creationId xmlns:a16="http://schemas.microsoft.com/office/drawing/2014/main" id="{478D7D60-93B7-5FB6-3784-2F9AE1CAAF32}"/>
              </a:ext>
            </a:extLst>
          </p:cNvPr>
          <p:cNvPicPr>
            <a:picLocks noChangeAspect="1"/>
          </p:cNvPicPr>
          <p:nvPr/>
        </p:nvPicPr>
        <p:blipFill>
          <a:blip r:embed="rId4"/>
          <a:stretch>
            <a:fillRect/>
          </a:stretch>
        </p:blipFill>
        <p:spPr>
          <a:xfrm>
            <a:off x="1112750" y="1181218"/>
            <a:ext cx="10043048" cy="50370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97B9082-FBEF-7AD8-F413-24AC740F8E2F}"/>
            </a:ext>
          </a:extLst>
        </p:cNvPr>
        <p:cNvGrpSpPr/>
        <p:nvPr/>
      </p:nvGrpSpPr>
      <p:grpSpPr>
        <a:xfrm>
          <a:off x="0" y="0"/>
          <a:ext cx="0" cy="0"/>
          <a:chOff x="0" y="0"/>
          <a:chExt cx="0" cy="0"/>
        </a:xfrm>
      </p:grpSpPr>
      <p:sp>
        <p:nvSpPr>
          <p:cNvPr id="112" name="Google Shape;112;p2">
            <a:extLst>
              <a:ext uri="{FF2B5EF4-FFF2-40B4-BE49-F238E27FC236}">
                <a16:creationId xmlns:a16="http://schemas.microsoft.com/office/drawing/2014/main" id="{81B9039E-CE7C-320B-FB7F-BD0E7DDC11D8}"/>
              </a:ext>
            </a:extLst>
          </p:cNvPr>
          <p:cNvSpPr/>
          <p:nvPr/>
        </p:nvSpPr>
        <p:spPr>
          <a:xfrm>
            <a:off x="0" y="6354762"/>
            <a:ext cx="12191999" cy="503238"/>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953734"/>
              </a:solidFill>
              <a:latin typeface="Calibri"/>
              <a:ea typeface="Calibri"/>
              <a:cs typeface="Calibri"/>
              <a:sym typeface="Calibri"/>
            </a:endParaRPr>
          </a:p>
        </p:txBody>
      </p:sp>
      <p:sp>
        <p:nvSpPr>
          <p:cNvPr id="113" name="Google Shape;113;p2">
            <a:extLst>
              <a:ext uri="{FF2B5EF4-FFF2-40B4-BE49-F238E27FC236}">
                <a16:creationId xmlns:a16="http://schemas.microsoft.com/office/drawing/2014/main" id="{DDB894E2-5F7F-B68B-E75B-9DB9D201013D}"/>
              </a:ext>
            </a:extLst>
          </p:cNvPr>
          <p:cNvSpPr txBox="1">
            <a:spLocks noGrp="1"/>
          </p:cNvSpPr>
          <p:nvPr>
            <p:ph type="title"/>
          </p:nvPr>
        </p:nvSpPr>
        <p:spPr>
          <a:xfrm>
            <a:off x="182998" y="0"/>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dirty="0"/>
              <a:t>SETUP</a:t>
            </a:r>
            <a:endParaRPr dirty="0"/>
          </a:p>
        </p:txBody>
      </p:sp>
      <p:sp>
        <p:nvSpPr>
          <p:cNvPr id="114" name="Google Shape;114;p2">
            <a:extLst>
              <a:ext uri="{FF2B5EF4-FFF2-40B4-BE49-F238E27FC236}">
                <a16:creationId xmlns:a16="http://schemas.microsoft.com/office/drawing/2014/main" id="{58431156-8D77-C466-C1D9-D08E7DEAAC53}"/>
              </a:ext>
            </a:extLst>
          </p:cNvPr>
          <p:cNvSpPr txBox="1"/>
          <p:nvPr/>
        </p:nvSpPr>
        <p:spPr>
          <a:xfrm>
            <a:off x="222450" y="1189862"/>
            <a:ext cx="11747100" cy="369300"/>
          </a:xfrm>
          <a:prstGeom prst="rect">
            <a:avLst/>
          </a:prstGeom>
          <a:noFill/>
          <a:ln>
            <a:noFill/>
          </a:ln>
        </p:spPr>
        <p:txBody>
          <a:bodyPr spcFirstLastPara="1" wrap="square" lIns="91425" tIns="45700" rIns="91425" bIns="45700" anchor="t" anchorCtr="0">
            <a:spAutoFit/>
          </a:bodyPr>
          <a:lstStyle/>
          <a:p>
            <a:pPr marL="457200" marR="0" lvl="0" indent="0" algn="l" rtl="0">
              <a:spcBef>
                <a:spcPts val="0"/>
              </a:spcBef>
              <a:spcAft>
                <a:spcPts val="0"/>
              </a:spcAft>
              <a:buNone/>
            </a:pPr>
            <a:endParaRPr sz="1800" b="1">
              <a:solidFill>
                <a:schemeClr val="dk1"/>
              </a:solidFill>
              <a:latin typeface="Nunito"/>
              <a:ea typeface="Nunito"/>
              <a:cs typeface="Nunito"/>
              <a:sym typeface="Nunito"/>
            </a:endParaRPr>
          </a:p>
        </p:txBody>
      </p:sp>
      <p:sp>
        <p:nvSpPr>
          <p:cNvPr id="115" name="Google Shape;115;p2">
            <a:extLst>
              <a:ext uri="{FF2B5EF4-FFF2-40B4-BE49-F238E27FC236}">
                <a16:creationId xmlns:a16="http://schemas.microsoft.com/office/drawing/2014/main" id="{126651A1-CAE1-DDC1-9381-B01A4E37763D}"/>
              </a:ext>
            </a:extLst>
          </p:cNvPr>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lt1"/>
                </a:solidFill>
              </a:rPr>
              <a:t>4</a:t>
            </a:fld>
            <a:endParaRPr b="1">
              <a:solidFill>
                <a:schemeClr val="lt1"/>
              </a:solidFill>
            </a:endParaRPr>
          </a:p>
        </p:txBody>
      </p:sp>
      <p:sp>
        <p:nvSpPr>
          <p:cNvPr id="116" name="Google Shape;116;p2">
            <a:extLst>
              <a:ext uri="{FF2B5EF4-FFF2-40B4-BE49-F238E27FC236}">
                <a16:creationId xmlns:a16="http://schemas.microsoft.com/office/drawing/2014/main" id="{EFF134E9-C7C5-5D41-947E-EA588FD4B43B}"/>
              </a:ext>
            </a:extLst>
          </p:cNvPr>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300">
                <a:solidFill>
                  <a:schemeClr val="lt1"/>
                </a:solidFill>
              </a:rPr>
              <a:t>@SIH Idea submission- Template</a:t>
            </a:r>
            <a:endParaRPr sz="1300">
              <a:solidFill>
                <a:schemeClr val="lt1"/>
              </a:solidFill>
            </a:endParaRPr>
          </a:p>
        </p:txBody>
      </p:sp>
      <p:pic>
        <p:nvPicPr>
          <p:cNvPr id="118" name="Google Shape;118;p2">
            <a:extLst>
              <a:ext uri="{FF2B5EF4-FFF2-40B4-BE49-F238E27FC236}">
                <a16:creationId xmlns:a16="http://schemas.microsoft.com/office/drawing/2014/main" id="{7F5D0327-49DD-B676-01DE-14FE8091AE14}"/>
              </a:ext>
            </a:extLst>
          </p:cNvPr>
          <p:cNvPicPr preferRelativeResize="0"/>
          <p:nvPr/>
        </p:nvPicPr>
        <p:blipFill rotWithShape="1">
          <a:blip r:embed="rId3">
            <a:alphaModFix/>
          </a:blip>
          <a:srcRect/>
          <a:stretch/>
        </p:blipFill>
        <p:spPr>
          <a:xfrm>
            <a:off x="9780086" y="1500"/>
            <a:ext cx="2249851" cy="1062337"/>
          </a:xfrm>
          <a:prstGeom prst="rect">
            <a:avLst/>
          </a:prstGeom>
          <a:noFill/>
          <a:ln>
            <a:noFill/>
          </a:ln>
        </p:spPr>
      </p:pic>
      <p:pic>
        <p:nvPicPr>
          <p:cNvPr id="4" name="Picture 3">
            <a:extLst>
              <a:ext uri="{FF2B5EF4-FFF2-40B4-BE49-F238E27FC236}">
                <a16:creationId xmlns:a16="http://schemas.microsoft.com/office/drawing/2014/main" id="{CCDC51D8-45EA-81D5-3FDE-355A2AD5CC53}"/>
              </a:ext>
            </a:extLst>
          </p:cNvPr>
          <p:cNvPicPr>
            <a:picLocks noChangeAspect="1"/>
          </p:cNvPicPr>
          <p:nvPr/>
        </p:nvPicPr>
        <p:blipFill>
          <a:blip r:embed="rId4"/>
          <a:stretch>
            <a:fillRect/>
          </a:stretch>
        </p:blipFill>
        <p:spPr>
          <a:xfrm>
            <a:off x="345440" y="28049"/>
            <a:ext cx="10810358" cy="6326372"/>
          </a:xfrm>
          <a:prstGeom prst="rect">
            <a:avLst/>
          </a:prstGeom>
        </p:spPr>
      </p:pic>
    </p:spTree>
    <p:extLst>
      <p:ext uri="{BB962C8B-B14F-4D97-AF65-F5344CB8AC3E}">
        <p14:creationId xmlns:p14="http://schemas.microsoft.com/office/powerpoint/2010/main" val="3261252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p:nvPr/>
        </p:nvSpPr>
        <p:spPr>
          <a:xfrm>
            <a:off x="0" y="6354762"/>
            <a:ext cx="12191999" cy="503238"/>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126" name="Google Shape;126;p4"/>
          <p:cNvSpPr txBox="1">
            <a:spLocks noGrp="1"/>
          </p:cNvSpPr>
          <p:nvPr>
            <p:ph type="title"/>
          </p:nvPr>
        </p:nvSpPr>
        <p:spPr>
          <a:xfrm>
            <a:off x="363793" y="489901"/>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FEASIBILITY AND VIABILITY</a:t>
            </a:r>
            <a:endParaRPr dirty="0"/>
          </a:p>
        </p:txBody>
      </p:sp>
      <p:sp>
        <p:nvSpPr>
          <p:cNvPr id="128" name="Google Shape;128;p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5</a:t>
            </a:fld>
            <a:endParaRPr sz="1200" b="1" i="0" u="none" strike="noStrike" cap="none">
              <a:solidFill>
                <a:srgbClr val="FFFFFF"/>
              </a:solidFill>
              <a:latin typeface="Oswald"/>
              <a:ea typeface="Oswald"/>
              <a:cs typeface="Oswald"/>
              <a:sym typeface="Oswald"/>
            </a:endParaRPr>
          </a:p>
        </p:txBody>
      </p:sp>
      <p:sp>
        <p:nvSpPr>
          <p:cNvPr id="129" name="Google Shape;129;p4"/>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Oswald"/>
              <a:buNone/>
            </a:pPr>
            <a:r>
              <a:rPr lang="en-US" sz="1200" b="0" i="0" u="none" strike="noStrike" cap="none">
                <a:solidFill>
                  <a:srgbClr val="FFFFFF"/>
                </a:solidFill>
                <a:latin typeface="Oswald"/>
                <a:ea typeface="Oswald"/>
                <a:cs typeface="Oswald"/>
                <a:sym typeface="Oswald"/>
              </a:rPr>
              <a:t>@SIH Idea submission- Template</a:t>
            </a:r>
            <a:endParaRPr sz="1200" b="0" i="0" u="none" strike="noStrike" cap="none">
              <a:solidFill>
                <a:srgbClr val="FFFFFF"/>
              </a:solidFill>
              <a:latin typeface="Oswald"/>
              <a:ea typeface="Oswald"/>
              <a:cs typeface="Oswald"/>
              <a:sym typeface="Oswald"/>
            </a:endParaRPr>
          </a:p>
        </p:txBody>
      </p:sp>
      <p:pic>
        <p:nvPicPr>
          <p:cNvPr id="131" name="Google Shape;131;p4"/>
          <p:cNvPicPr preferRelativeResize="0"/>
          <p:nvPr/>
        </p:nvPicPr>
        <p:blipFill rotWithShape="1">
          <a:blip r:embed="rId3">
            <a:alphaModFix/>
          </a:blip>
          <a:srcRect/>
          <a:stretch/>
        </p:blipFill>
        <p:spPr>
          <a:xfrm>
            <a:off x="9780086" y="1500"/>
            <a:ext cx="2249850" cy="1062337"/>
          </a:xfrm>
          <a:prstGeom prst="rect">
            <a:avLst/>
          </a:prstGeom>
          <a:noFill/>
          <a:ln>
            <a:noFill/>
          </a:ln>
        </p:spPr>
      </p:pic>
      <p:sp>
        <p:nvSpPr>
          <p:cNvPr id="3" name="Google Shape;104;p3" descr="Your startup LOGO">
            <a:extLst>
              <a:ext uri="{FF2B5EF4-FFF2-40B4-BE49-F238E27FC236}">
                <a16:creationId xmlns:a16="http://schemas.microsoft.com/office/drawing/2014/main" id="{D765C0C4-AA05-786D-1D4A-8DB66DCF3AB0}"/>
              </a:ext>
            </a:extLst>
          </p:cNvPr>
          <p:cNvSpPr/>
          <p:nvPr/>
        </p:nvSpPr>
        <p:spPr>
          <a:xfrm>
            <a:off x="162064" y="177586"/>
            <a:ext cx="2354733" cy="69257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masis MT Pro Light" panose="02040304050005020304" pitchFamily="18" charset="0"/>
                <a:ea typeface="Calibri"/>
                <a:cs typeface="Calibri"/>
                <a:sym typeface="Calibri"/>
              </a:rPr>
              <a:t>TECHTRONIX </a:t>
            </a:r>
            <a:endParaRPr sz="1800" dirty="0">
              <a:solidFill>
                <a:schemeClr val="dk1"/>
              </a:solidFill>
              <a:latin typeface="Amasis MT Pro Light" panose="02040304050005020304" pitchFamily="18" charset="0"/>
              <a:ea typeface="Calibri"/>
              <a:cs typeface="Calibri"/>
              <a:sym typeface="Calibri"/>
            </a:endParaRPr>
          </a:p>
        </p:txBody>
      </p:sp>
      <p:sp>
        <p:nvSpPr>
          <p:cNvPr id="2" name="TextBox 1">
            <a:extLst>
              <a:ext uri="{FF2B5EF4-FFF2-40B4-BE49-F238E27FC236}">
                <a16:creationId xmlns:a16="http://schemas.microsoft.com/office/drawing/2014/main" id="{233ABAC2-4FEB-A431-8480-E089945397C4}"/>
              </a:ext>
            </a:extLst>
          </p:cNvPr>
          <p:cNvSpPr txBox="1"/>
          <p:nvPr/>
        </p:nvSpPr>
        <p:spPr>
          <a:xfrm>
            <a:off x="727587" y="1376152"/>
            <a:ext cx="11100621" cy="45833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b="1" dirty="0">
                <a:latin typeface="Lucida Bright" panose="02040602050505020304" pitchFamily="18" charset="0"/>
              </a:rPr>
              <a:t>Cost-Effective: </a:t>
            </a:r>
          </a:p>
          <a:p>
            <a:pPr>
              <a:lnSpc>
                <a:spcPct val="150000"/>
              </a:lnSpc>
            </a:pPr>
            <a:r>
              <a:rPr lang="en-US" sz="1600" b="1" dirty="0">
                <a:latin typeface="Lucida Bright" panose="02040602050505020304" pitchFamily="18" charset="0"/>
              </a:rPr>
              <a:t>	</a:t>
            </a:r>
            <a:r>
              <a:rPr lang="en-US" sz="1600" dirty="0">
                <a:latin typeface="Lucida Bright" panose="02040602050505020304" pitchFamily="18" charset="0"/>
              </a:rPr>
              <a:t>Helps reduce equipment damage, repair costs, and replacement expenses.</a:t>
            </a:r>
          </a:p>
          <a:p>
            <a:pPr marL="285750" indent="-285750">
              <a:lnSpc>
                <a:spcPct val="150000"/>
              </a:lnSpc>
              <a:buFont typeface="Arial" panose="020B0604020202020204" pitchFamily="34" charset="0"/>
              <a:buChar char="•"/>
            </a:pPr>
            <a:r>
              <a:rPr lang="en-US" sz="1600" b="1" dirty="0">
                <a:latin typeface="Lucida Bright" panose="02040602050505020304" pitchFamily="18" charset="0"/>
              </a:rPr>
              <a:t>Low Maintenance:</a:t>
            </a:r>
          </a:p>
          <a:p>
            <a:pPr>
              <a:lnSpc>
                <a:spcPct val="150000"/>
              </a:lnSpc>
            </a:pPr>
            <a:r>
              <a:rPr lang="en-US" sz="1600" dirty="0">
                <a:latin typeface="Lucida Bright" panose="02040602050505020304" pitchFamily="18" charset="0"/>
              </a:rPr>
              <a:t>	Automated monitoring reduces the need for continuous manual supervision</a:t>
            </a:r>
          </a:p>
          <a:p>
            <a:pPr marL="285750" indent="-285750">
              <a:lnSpc>
                <a:spcPct val="150000"/>
              </a:lnSpc>
              <a:buFont typeface="Arial" panose="020B0604020202020204" pitchFamily="34" charset="0"/>
              <a:buChar char="•"/>
            </a:pPr>
            <a:r>
              <a:rPr lang="en-US" sz="1600" b="1" dirty="0">
                <a:latin typeface="Lucida Bright" panose="02040602050505020304" pitchFamily="18" charset="0"/>
              </a:rPr>
              <a:t>Reliable Alerts: </a:t>
            </a:r>
          </a:p>
          <a:p>
            <a:pPr>
              <a:lnSpc>
                <a:spcPct val="150000"/>
              </a:lnSpc>
            </a:pPr>
            <a:r>
              <a:rPr lang="en-US" sz="1600" b="1" dirty="0">
                <a:latin typeface="Lucida Bright" panose="02040602050505020304" pitchFamily="18" charset="0"/>
              </a:rPr>
              <a:t>	</a:t>
            </a:r>
            <a:r>
              <a:rPr lang="en-US" sz="1600" dirty="0">
                <a:latin typeface="Lucida Bright" panose="02040602050505020304" pitchFamily="18" charset="0"/>
              </a:rPr>
              <a:t>Two-level warning mechanism helps minimize false alarms.</a:t>
            </a:r>
          </a:p>
          <a:p>
            <a:pPr marL="285750" indent="-285750">
              <a:lnSpc>
                <a:spcPct val="150000"/>
              </a:lnSpc>
              <a:buFont typeface="Arial" panose="020B0604020202020204" pitchFamily="34" charset="0"/>
              <a:buChar char="•"/>
            </a:pPr>
            <a:r>
              <a:rPr lang="en-US" sz="1600" b="1" dirty="0">
                <a:latin typeface="Lucida Bright" panose="02040602050505020304" pitchFamily="18" charset="0"/>
              </a:rPr>
              <a:t>Reliable Operation: </a:t>
            </a:r>
          </a:p>
          <a:p>
            <a:pPr>
              <a:lnSpc>
                <a:spcPct val="150000"/>
              </a:lnSpc>
            </a:pPr>
            <a:r>
              <a:rPr lang="en-US" sz="1600" b="1" dirty="0">
                <a:latin typeface="Lucida Bright" panose="02040602050505020304" pitchFamily="18" charset="0"/>
              </a:rPr>
              <a:t>	</a:t>
            </a:r>
            <a:r>
              <a:rPr lang="en-US" sz="1600" dirty="0">
                <a:latin typeface="Lucida Bright" panose="02040602050505020304" pitchFamily="18" charset="0"/>
              </a:rPr>
              <a:t>Safety protection works even when Wi-Fi or the software dashboard is unavailable.</a:t>
            </a:r>
          </a:p>
          <a:p>
            <a:pPr marL="285750" indent="-285750">
              <a:lnSpc>
                <a:spcPct val="150000"/>
              </a:lnSpc>
              <a:buFont typeface="Arial" panose="020B0604020202020204" pitchFamily="34" charset="0"/>
              <a:buChar char="•"/>
            </a:pPr>
            <a:r>
              <a:rPr lang="en-US" sz="1600" b="1" dirty="0">
                <a:latin typeface="Lucida Bright" panose="02040602050505020304" pitchFamily="18" charset="0"/>
              </a:rPr>
              <a:t>Long-Term Benefits:</a:t>
            </a:r>
            <a:r>
              <a:rPr lang="en-US" sz="1600" dirty="0">
                <a:latin typeface="Lucida Bright" panose="02040602050505020304" pitchFamily="18" charset="0"/>
              </a:rPr>
              <a:t> </a:t>
            </a:r>
          </a:p>
          <a:p>
            <a:pPr>
              <a:lnSpc>
                <a:spcPct val="150000"/>
              </a:lnSpc>
            </a:pPr>
            <a:r>
              <a:rPr lang="en-US" sz="1600" dirty="0">
                <a:latin typeface="Lucida Bright" panose="02040602050505020304" pitchFamily="18" charset="0"/>
              </a:rPr>
              <a:t>	Improves lab safety, extends equipment life, and reduces electronic waste.</a:t>
            </a:r>
          </a:p>
          <a:p>
            <a:pPr marL="285750" indent="-285750">
              <a:lnSpc>
                <a:spcPct val="150000"/>
              </a:lnSpc>
              <a:buFont typeface="Arial" panose="020B0604020202020204" pitchFamily="34" charset="0"/>
              <a:buChar char="•"/>
            </a:pPr>
            <a:r>
              <a:rPr lang="en-US" sz="1600" b="1" dirty="0">
                <a:latin typeface="Lucida Bright" panose="02040602050505020304" pitchFamily="18" charset="0"/>
              </a:rPr>
              <a:t>Easy Deployment: </a:t>
            </a:r>
          </a:p>
          <a:p>
            <a:pPr>
              <a:lnSpc>
                <a:spcPct val="150000"/>
              </a:lnSpc>
            </a:pPr>
            <a:r>
              <a:rPr lang="en-US" sz="1600" b="1" dirty="0">
                <a:latin typeface="Lucida Bright" panose="02040602050505020304" pitchFamily="18" charset="0"/>
              </a:rPr>
              <a:t>	</a:t>
            </a:r>
            <a:r>
              <a:rPr lang="en-US" sz="1600" dirty="0">
                <a:latin typeface="Lucida Bright" panose="02040602050505020304" pitchFamily="18" charset="0"/>
              </a:rPr>
              <a:t>Can start with one lab bench and gradually expand to the entire laboratory.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p:nvPr/>
        </p:nvSpPr>
        <p:spPr>
          <a:xfrm>
            <a:off x="0" y="6354762"/>
            <a:ext cx="12191999" cy="503238"/>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138" name="Google Shape;138;p5"/>
          <p:cNvSpPr txBox="1">
            <a:spLocks noGrp="1"/>
          </p:cNvSpPr>
          <p:nvPr>
            <p:ph type="title"/>
          </p:nvPr>
        </p:nvSpPr>
        <p:spPr>
          <a:xfrm>
            <a:off x="324464" y="190183"/>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dirty="0">
                <a:latin typeface="Times New Roman"/>
                <a:ea typeface="Times New Roman"/>
                <a:cs typeface="Times New Roman"/>
                <a:sym typeface="Times New Roman"/>
              </a:rPr>
              <a:t>IMPACT AND BENEFITS</a:t>
            </a:r>
            <a:endParaRPr dirty="0"/>
          </a:p>
        </p:txBody>
      </p:sp>
      <p:sp>
        <p:nvSpPr>
          <p:cNvPr id="139" name="Google Shape;139;p5"/>
          <p:cNvSpPr txBox="1"/>
          <p:nvPr/>
        </p:nvSpPr>
        <p:spPr>
          <a:xfrm>
            <a:off x="469064" y="827741"/>
            <a:ext cx="10828200" cy="5493771"/>
          </a:xfrm>
          <a:prstGeom prst="rect">
            <a:avLst/>
          </a:prstGeom>
          <a:noFill/>
          <a:ln>
            <a:noFill/>
          </a:ln>
        </p:spPr>
        <p:txBody>
          <a:bodyPr spcFirstLastPara="1" wrap="square" lIns="91425" tIns="45700" rIns="91425" bIns="45700" anchor="t" anchorCtr="0">
            <a:spAutoFit/>
          </a:bodyPr>
          <a:lstStyle/>
          <a:p>
            <a:pPr marL="31750" lvl="0" algn="just">
              <a:buSzPts val="3100"/>
            </a:pPr>
            <a:endParaRPr lang="en-US" sz="1500" b="1" dirty="0">
              <a:solidFill>
                <a:schemeClr val="dk1"/>
              </a:solidFill>
              <a:latin typeface="Lucida Bright" panose="02040602050505020304" pitchFamily="18" charset="0"/>
            </a:endParaRPr>
          </a:p>
          <a:p>
            <a:pPr marL="457200" lvl="0" indent="-425450" algn="just">
              <a:lnSpc>
                <a:spcPct val="150000"/>
              </a:lnSpc>
              <a:buSzPts val="3100"/>
              <a:buChar char="•"/>
            </a:pPr>
            <a:r>
              <a:rPr lang="en-US" sz="1600" b="1" dirty="0">
                <a:solidFill>
                  <a:schemeClr val="dk1"/>
                </a:solidFill>
                <a:latin typeface="Lucida Bright" panose="02040602050505020304" pitchFamily="18" charset="0"/>
              </a:rPr>
              <a:t>Sub-Millisecond Protection: </a:t>
            </a:r>
          </a:p>
          <a:p>
            <a:pPr marL="31750" lvl="0" algn="just">
              <a:lnSpc>
                <a:spcPct val="150000"/>
              </a:lnSpc>
              <a:buSzPts val="3100"/>
            </a:pPr>
            <a:r>
              <a:rPr lang="en-US" sz="1600" b="1" dirty="0">
                <a:solidFill>
                  <a:schemeClr val="dk1"/>
                </a:solidFill>
                <a:latin typeface="Lucida Bright" panose="02040602050505020304" pitchFamily="18" charset="0"/>
              </a:rPr>
              <a:t>	</a:t>
            </a:r>
            <a:r>
              <a:rPr lang="en-US" sz="1600" dirty="0">
                <a:solidFill>
                  <a:schemeClr val="dk1"/>
                </a:solidFill>
                <a:latin typeface="Lucida Bright" panose="02040602050505020304" pitchFamily="18" charset="0"/>
              </a:rPr>
              <a:t>Instant hardware isolation prevents equipment burnout during electrical faults.</a:t>
            </a:r>
          </a:p>
          <a:p>
            <a:pPr marL="457200" lvl="0" indent="-425450" algn="just">
              <a:lnSpc>
                <a:spcPct val="150000"/>
              </a:lnSpc>
              <a:buSzPts val="3100"/>
              <a:buChar char="•"/>
            </a:pPr>
            <a:r>
              <a:rPr lang="en-US" sz="1600" b="1" dirty="0">
                <a:solidFill>
                  <a:schemeClr val="dk1"/>
                </a:solidFill>
                <a:latin typeface="Lucida Bright" panose="02040602050505020304" pitchFamily="18" charset="0"/>
              </a:rPr>
              <a:t>Real-Time Bench Telemetry: </a:t>
            </a:r>
          </a:p>
          <a:p>
            <a:pPr marL="31750" lvl="0" algn="just">
              <a:lnSpc>
                <a:spcPct val="150000"/>
              </a:lnSpc>
              <a:buSzPts val="3100"/>
            </a:pPr>
            <a:r>
              <a:rPr lang="en-US" sz="1600" b="1" dirty="0">
                <a:solidFill>
                  <a:schemeClr val="dk1"/>
                </a:solidFill>
                <a:latin typeface="Lucida Bright" panose="02040602050505020304" pitchFamily="18" charset="0"/>
              </a:rPr>
              <a:t>	</a:t>
            </a:r>
            <a:r>
              <a:rPr lang="en-US" sz="1600" dirty="0">
                <a:solidFill>
                  <a:schemeClr val="dk1"/>
                </a:solidFill>
                <a:latin typeface="Lucida Bright" panose="02040602050505020304" pitchFamily="18" charset="0"/>
              </a:rPr>
              <a:t>Continuous display of voltage, current, and temperature provides clear feedback to students.</a:t>
            </a:r>
          </a:p>
          <a:p>
            <a:pPr marL="457200" lvl="0" indent="-425450" algn="just">
              <a:lnSpc>
                <a:spcPct val="150000"/>
              </a:lnSpc>
              <a:buSzPts val="3100"/>
              <a:buChar char="•"/>
            </a:pPr>
            <a:r>
              <a:rPr lang="en-US" sz="1600" b="1" dirty="0">
                <a:solidFill>
                  <a:schemeClr val="dk1"/>
                </a:solidFill>
                <a:latin typeface="Lucida Bright" panose="02040602050505020304" pitchFamily="18" charset="0"/>
              </a:rPr>
              <a:t>Centralized Faculty Control: </a:t>
            </a:r>
          </a:p>
          <a:p>
            <a:pPr marL="31750" lvl="0" algn="just">
              <a:lnSpc>
                <a:spcPct val="150000"/>
              </a:lnSpc>
              <a:buSzPts val="3100"/>
            </a:pPr>
            <a:r>
              <a:rPr lang="en-US" sz="1600" b="1" dirty="0">
                <a:solidFill>
                  <a:schemeClr val="dk1"/>
                </a:solidFill>
                <a:latin typeface="Lucida Bright" panose="02040602050505020304" pitchFamily="18" charset="0"/>
              </a:rPr>
              <a:t>	</a:t>
            </a:r>
            <a:r>
              <a:rPr lang="en-US" sz="1600" dirty="0">
                <a:solidFill>
                  <a:schemeClr val="dk1"/>
                </a:solidFill>
                <a:latin typeface="Lucida Bright" panose="02040602050505020304" pitchFamily="18" charset="0"/>
              </a:rPr>
              <a:t>Web dashboard enables live monitoring and multi-bench supervision from one screen.</a:t>
            </a:r>
          </a:p>
          <a:p>
            <a:pPr marL="457200" lvl="0" indent="-425450" algn="just">
              <a:lnSpc>
                <a:spcPct val="150000"/>
              </a:lnSpc>
              <a:buSzPts val="3100"/>
              <a:buChar char="•"/>
            </a:pPr>
            <a:r>
              <a:rPr lang="en-US" sz="1600" b="1" dirty="0">
                <a:solidFill>
                  <a:schemeClr val="dk1"/>
                </a:solidFill>
                <a:latin typeface="Lucida Bright" panose="02040602050505020304" pitchFamily="18" charset="0"/>
              </a:rPr>
              <a:t>Automated Fault Logging: </a:t>
            </a:r>
          </a:p>
          <a:p>
            <a:pPr marL="31750" lvl="0" algn="just">
              <a:lnSpc>
                <a:spcPct val="150000"/>
              </a:lnSpc>
              <a:buSzPts val="3100"/>
            </a:pPr>
            <a:r>
              <a:rPr lang="en-US" sz="1600" b="1" dirty="0">
                <a:solidFill>
                  <a:schemeClr val="dk1"/>
                </a:solidFill>
                <a:latin typeface="Lucida Bright" panose="02040602050505020304" pitchFamily="18" charset="0"/>
              </a:rPr>
              <a:t>	</a:t>
            </a:r>
            <a:r>
              <a:rPr lang="en-US" sz="1600" dirty="0">
                <a:solidFill>
                  <a:schemeClr val="dk1"/>
                </a:solidFill>
                <a:latin typeface="Lucida Bright" panose="02040602050505020304" pitchFamily="18" charset="0"/>
              </a:rPr>
              <a:t>Stores fault history to streamline troubleshooting and lower maintenance costs.</a:t>
            </a:r>
          </a:p>
          <a:p>
            <a:pPr marL="457200" lvl="0" indent="-425450" algn="just">
              <a:lnSpc>
                <a:spcPct val="150000"/>
              </a:lnSpc>
              <a:buSzPts val="3100"/>
              <a:buChar char="•"/>
            </a:pPr>
            <a:r>
              <a:rPr lang="en-US" sz="1600" b="1" dirty="0">
                <a:solidFill>
                  <a:schemeClr val="dk1"/>
                </a:solidFill>
                <a:latin typeface="Lucida Bright" panose="02040602050505020304" pitchFamily="18" charset="0"/>
              </a:rPr>
              <a:t>Fearless Student Learning: </a:t>
            </a:r>
          </a:p>
          <a:p>
            <a:pPr marL="31750" lvl="0" algn="just">
              <a:lnSpc>
                <a:spcPct val="150000"/>
              </a:lnSpc>
              <a:buSzPts val="3100"/>
            </a:pPr>
            <a:r>
              <a:rPr lang="en-US" sz="1600" b="1" dirty="0">
                <a:solidFill>
                  <a:schemeClr val="dk1"/>
                </a:solidFill>
                <a:latin typeface="Lucida Bright" panose="02040602050505020304" pitchFamily="18" charset="0"/>
              </a:rPr>
              <a:t>	</a:t>
            </a:r>
            <a:r>
              <a:rPr lang="en-US" sz="1600" dirty="0">
                <a:solidFill>
                  <a:schemeClr val="dk1"/>
                </a:solidFill>
                <a:latin typeface="Lucida Bright" panose="02040602050505020304" pitchFamily="18" charset="0"/>
              </a:rPr>
              <a:t>Builds student confidence by creating a safe, anxiety-free environment for hands-on 	experimentation</a:t>
            </a:r>
            <a:r>
              <a:rPr lang="en-US" sz="1600" b="1" dirty="0">
                <a:solidFill>
                  <a:schemeClr val="dk1"/>
                </a:solidFill>
                <a:latin typeface="Lucida Bright" panose="02040602050505020304" pitchFamily="18" charset="0"/>
              </a:rPr>
              <a:t>.</a:t>
            </a:r>
          </a:p>
          <a:p>
            <a:pPr marL="317500" lvl="0" indent="-285750" algn="just">
              <a:lnSpc>
                <a:spcPct val="150000"/>
              </a:lnSpc>
              <a:buSzPts val="3100"/>
              <a:buFont typeface="Arial" panose="020B0604020202020204" pitchFamily="34" charset="0"/>
              <a:buChar char="•"/>
            </a:pPr>
            <a:r>
              <a:rPr lang="en-US" sz="1600" b="1" dirty="0">
                <a:latin typeface="Lucida Bright" panose="02040602050505020304" pitchFamily="18" charset="0"/>
              </a:rPr>
              <a:t>Stop Lab Losses:</a:t>
            </a:r>
          </a:p>
          <a:p>
            <a:pPr marL="31750" lvl="0" algn="just">
              <a:lnSpc>
                <a:spcPct val="150000"/>
              </a:lnSpc>
              <a:buSzPts val="3100"/>
            </a:pPr>
            <a:r>
              <a:rPr lang="en-US" sz="1600" b="1" dirty="0">
                <a:latin typeface="Lucida Bright" panose="02040602050505020304" pitchFamily="18" charset="0"/>
              </a:rPr>
              <a:t>	</a:t>
            </a:r>
            <a:r>
              <a:rPr lang="en-US" sz="1600" dirty="0">
                <a:latin typeface="Lucida Bright" panose="02040602050505020304" pitchFamily="18" charset="0"/>
              </a:rPr>
              <a:t>One wiring mistake can ruin a ₹8,000+ power supply—installing a single ₹1,200-₹2,000 LabGuard 	node prevents the damage before it happens, paying for itself on day one.</a:t>
            </a:r>
            <a:endParaRPr sz="1600" dirty="0">
              <a:latin typeface="Lucida Bright" panose="02040602050505020304" pitchFamily="18" charset="0"/>
            </a:endParaRPr>
          </a:p>
        </p:txBody>
      </p:sp>
      <p:sp>
        <p:nvSpPr>
          <p:cNvPr id="140" name="Google Shape;140;p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6</a:t>
            </a:fld>
            <a:endParaRPr sz="1200" b="1" i="0" u="none" strike="noStrike" cap="none">
              <a:solidFill>
                <a:srgbClr val="FFFFFF"/>
              </a:solidFill>
              <a:latin typeface="Oswald"/>
              <a:ea typeface="Oswald"/>
              <a:cs typeface="Oswald"/>
              <a:sym typeface="Oswald"/>
            </a:endParaRPr>
          </a:p>
        </p:txBody>
      </p:sp>
      <p:sp>
        <p:nvSpPr>
          <p:cNvPr id="141" name="Google Shape;141;p5"/>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Oswald"/>
              <a:buNone/>
            </a:pPr>
            <a:r>
              <a:rPr lang="en-US" sz="1200" b="0" i="0" u="none" strike="noStrike" cap="none">
                <a:solidFill>
                  <a:srgbClr val="FFFFFF"/>
                </a:solidFill>
                <a:latin typeface="Oswald"/>
                <a:ea typeface="Oswald"/>
                <a:cs typeface="Oswald"/>
                <a:sym typeface="Oswald"/>
              </a:rPr>
              <a:t>@SIH Idea submission- Template</a:t>
            </a:r>
            <a:endParaRPr sz="1200" b="0" i="0" u="none" strike="noStrike" cap="none">
              <a:solidFill>
                <a:srgbClr val="FFFFFF"/>
              </a:solidFill>
              <a:latin typeface="Oswald"/>
              <a:ea typeface="Oswald"/>
              <a:cs typeface="Oswald"/>
              <a:sym typeface="Oswald"/>
            </a:endParaRPr>
          </a:p>
        </p:txBody>
      </p:sp>
      <p:pic>
        <p:nvPicPr>
          <p:cNvPr id="143" name="Google Shape;143;p5"/>
          <p:cNvPicPr preferRelativeResize="0"/>
          <p:nvPr/>
        </p:nvPicPr>
        <p:blipFill rotWithShape="1">
          <a:blip r:embed="rId3">
            <a:alphaModFix/>
          </a:blip>
          <a:srcRect/>
          <a:stretch/>
        </p:blipFill>
        <p:spPr>
          <a:xfrm>
            <a:off x="9780086" y="1500"/>
            <a:ext cx="2249850" cy="1062337"/>
          </a:xfrm>
          <a:prstGeom prst="rect">
            <a:avLst/>
          </a:prstGeom>
          <a:noFill/>
          <a:ln>
            <a:noFill/>
          </a:ln>
        </p:spPr>
      </p:pic>
      <p:sp>
        <p:nvSpPr>
          <p:cNvPr id="3" name="Google Shape;104;p3" descr="Your startup LOGO">
            <a:extLst>
              <a:ext uri="{FF2B5EF4-FFF2-40B4-BE49-F238E27FC236}">
                <a16:creationId xmlns:a16="http://schemas.microsoft.com/office/drawing/2014/main" id="{564CC855-35BD-DCC1-896C-BE2650A5E51F}"/>
              </a:ext>
            </a:extLst>
          </p:cNvPr>
          <p:cNvSpPr/>
          <p:nvPr/>
        </p:nvSpPr>
        <p:spPr>
          <a:xfrm>
            <a:off x="162064" y="177586"/>
            <a:ext cx="2354733" cy="69257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masis MT Pro Light" panose="02040304050005020304" pitchFamily="18" charset="0"/>
                <a:ea typeface="Calibri"/>
                <a:cs typeface="Calibri"/>
                <a:sym typeface="Calibri"/>
              </a:rPr>
              <a:t>TECHTRONIX </a:t>
            </a:r>
            <a:endParaRPr sz="1800" dirty="0">
              <a:solidFill>
                <a:schemeClr val="dk1"/>
              </a:solidFill>
              <a:latin typeface="Amasis MT Pro Light" panose="02040304050005020304" pitchFamily="18" charset="0"/>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
          <p:cNvSpPr/>
          <p:nvPr/>
        </p:nvSpPr>
        <p:spPr>
          <a:xfrm>
            <a:off x="0" y="6354762"/>
            <a:ext cx="12191999" cy="503238"/>
          </a:xfrm>
          <a:prstGeom prst="rect">
            <a:avLst/>
          </a:prstGeom>
          <a:solidFill>
            <a:srgbClr val="0070C0"/>
          </a:solidFill>
          <a:ln>
            <a:noFill/>
          </a:ln>
          <a:effectLst>
            <a:outerShdw dist="23000" dir="5400000" rotWithShape="0">
              <a:srgbClr val="80808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953734"/>
              </a:solidFill>
              <a:latin typeface="Calibri"/>
              <a:ea typeface="Calibri"/>
              <a:cs typeface="Calibri"/>
              <a:sym typeface="Calibri"/>
            </a:endParaRPr>
          </a:p>
        </p:txBody>
      </p:sp>
      <p:sp>
        <p:nvSpPr>
          <p:cNvPr id="150" name="Google Shape;150;p6"/>
          <p:cNvSpPr txBox="1">
            <a:spLocks noGrp="1"/>
          </p:cNvSpPr>
          <p:nvPr>
            <p:ph type="title"/>
          </p:nvPr>
        </p:nvSpPr>
        <p:spPr>
          <a:xfrm>
            <a:off x="609600" y="-47625"/>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600" b="1">
                <a:latin typeface="Times New Roman"/>
                <a:ea typeface="Times New Roman"/>
                <a:cs typeface="Times New Roman"/>
                <a:sym typeface="Times New Roman"/>
              </a:rPr>
              <a:t>RESEARCH  AND REFERENCES</a:t>
            </a:r>
            <a:endParaRPr/>
          </a:p>
        </p:txBody>
      </p:sp>
      <mc:AlternateContent xmlns:mc="http://schemas.openxmlformats.org/markup-compatibility/2006" xmlns:a14="http://schemas.microsoft.com/office/drawing/2010/main">
        <mc:Choice Requires="a14">
          <p:sp>
            <p:nvSpPr>
              <p:cNvPr id="151" name="Google Shape;151;p6"/>
              <p:cNvSpPr txBox="1"/>
              <p:nvPr/>
            </p:nvSpPr>
            <p:spPr>
              <a:xfrm>
                <a:off x="763800" y="1063837"/>
                <a:ext cx="10972800" cy="5916516"/>
              </a:xfrm>
              <a:prstGeom prst="rect">
                <a:avLst/>
              </a:prstGeom>
              <a:noFill/>
              <a:ln>
                <a:noFill/>
              </a:ln>
            </p:spPr>
            <p:txBody>
              <a:bodyPr spcFirstLastPara="1" wrap="square" lIns="91425" tIns="45700" rIns="91425" bIns="45700" anchor="t" anchorCtr="0">
                <a:spAutoFit/>
              </a:bodyPr>
              <a:lstStyle/>
              <a:p>
                <a:pPr marL="342900" lvl="0" indent="-342900">
                  <a:lnSpc>
                    <a:spcPct val="150000"/>
                  </a:lnSpc>
                  <a:buFont typeface="+mj-lt"/>
                  <a:buAutoNum type="arabicPeriod"/>
                </a:pPr>
                <a:r>
                  <a:rPr lang="en-IN" b="1" dirty="0" err="1">
                    <a:latin typeface="Lucida Bright" panose="02040602050505020304" pitchFamily="18" charset="0"/>
                  </a:rPr>
                  <a:t>Espressif</a:t>
                </a:r>
                <a:r>
                  <a:rPr lang="en-IN" b="1" dirty="0">
                    <a:latin typeface="Lucida Bright" panose="02040602050505020304" pitchFamily="18" charset="0"/>
                  </a:rPr>
                  <a:t> Systems (ESP32)</a:t>
                </a:r>
                <a:endParaRPr lang="en-IN" dirty="0">
                  <a:latin typeface="Lucida Bright" panose="02040602050505020304" pitchFamily="18" charset="0"/>
                </a:endParaRPr>
              </a:p>
              <a:p>
                <a:pPr lvl="1">
                  <a:lnSpc>
                    <a:spcPct val="150000"/>
                  </a:lnSpc>
                </a:pPr>
                <a:r>
                  <a:rPr lang="en-IN" b="1" i="1" dirty="0">
                    <a:latin typeface="Lucida Bright" panose="02040602050505020304" pitchFamily="18" charset="0"/>
                  </a:rPr>
                  <a:t>Role:</a:t>
                </a:r>
                <a:r>
                  <a:rPr lang="en-IN" i="1" dirty="0">
                    <a:latin typeface="Lucida Bright" panose="02040602050505020304" pitchFamily="18" charset="0"/>
                  </a:rPr>
                  <a:t> </a:t>
                </a:r>
                <a:r>
                  <a:rPr lang="en-IN" dirty="0">
                    <a:latin typeface="Lucida Bright" panose="02040602050505020304" pitchFamily="18" charset="0"/>
                  </a:rPr>
                  <a:t>Powers embedded processing and wireless mesh networking for live telemetry transmission from each bench to the central dashboard.</a:t>
                </a:r>
              </a:p>
              <a:p>
                <a:pPr lvl="1">
                  <a:lnSpc>
                    <a:spcPct val="150000"/>
                  </a:lnSpc>
                </a:pPr>
                <a:r>
                  <a:rPr lang="en-IN" dirty="0" err="1">
                    <a:latin typeface="Lucida Bright" panose="02040602050505020304" pitchFamily="18" charset="0"/>
                    <a:hlinkClick r:id="rId3"/>
                  </a:rPr>
                  <a:t>Espressif</a:t>
                </a:r>
                <a:r>
                  <a:rPr lang="en-IN" dirty="0">
                    <a:latin typeface="Lucida Bright" panose="02040602050505020304" pitchFamily="18" charset="0"/>
                    <a:hlinkClick r:id="rId3"/>
                  </a:rPr>
                  <a:t> Systems ESP32 Product Page</a:t>
                </a:r>
                <a:endParaRPr lang="en-IN" dirty="0">
                  <a:latin typeface="Lucida Bright" panose="02040602050505020304" pitchFamily="18" charset="0"/>
                </a:endParaRPr>
              </a:p>
              <a:p>
                <a:pPr marL="342900" lvl="0" indent="-342900">
                  <a:lnSpc>
                    <a:spcPct val="150000"/>
                  </a:lnSpc>
                  <a:buFont typeface="+mj-lt"/>
                  <a:buAutoNum type="arabicPeriod"/>
                </a:pPr>
                <a:r>
                  <a:rPr lang="en-IN" b="1" dirty="0">
                    <a:latin typeface="Lucida Bright" panose="02040602050505020304" pitchFamily="18" charset="0"/>
                  </a:rPr>
                  <a:t>Texas Instruments (INA219 IC)</a:t>
                </a:r>
                <a:endParaRPr lang="en-IN" dirty="0">
                  <a:latin typeface="Lucida Bright" panose="02040602050505020304" pitchFamily="18" charset="0"/>
                </a:endParaRPr>
              </a:p>
              <a:p>
                <a:pPr lvl="1">
                  <a:lnSpc>
                    <a:spcPct val="150000"/>
                  </a:lnSpc>
                </a:pPr>
                <a:r>
                  <a:rPr lang="en-IN" b="1" i="1" dirty="0">
                    <a:latin typeface="Lucida Bright" panose="02040602050505020304" pitchFamily="18" charset="0"/>
                  </a:rPr>
                  <a:t>Role:</a:t>
                </a:r>
                <a:r>
                  <a:rPr lang="en-IN" i="1" dirty="0">
                    <a:latin typeface="Lucida Bright" panose="02040602050505020304" pitchFamily="18" charset="0"/>
                  </a:rPr>
                  <a:t> </a:t>
                </a:r>
                <a:r>
                  <a:rPr lang="en-IN" dirty="0">
                    <a:latin typeface="Lucida Bright" panose="02040602050505020304" pitchFamily="18" charset="0"/>
                  </a:rPr>
                  <a:t>Handles high-precision, real-time measurement of bus voltage, current, and power over </a:t>
                </a:r>
                <a14:m>
                  <m:oMath xmlns:m="http://schemas.openxmlformats.org/officeDocument/2006/math">
                    <m:sSup>
                      <m:sSupPr>
                        <m:ctrlPr>
                          <a:rPr lang="en-IN" i="0">
                            <a:latin typeface="Lucida Bright" panose="02040602050505020304" pitchFamily="18" charset="0"/>
                          </a:rPr>
                        </m:ctrlPr>
                      </m:sSupPr>
                      <m:e>
                        <m:r>
                          <m:rPr>
                            <m:nor/>
                          </m:rPr>
                          <a:rPr lang="en-IN" i="0">
                            <a:latin typeface="Lucida Bright" panose="02040602050505020304" pitchFamily="18" charset="0"/>
                          </a:rPr>
                          <m:t>I</m:t>
                        </m:r>
                      </m:e>
                      <m:sup>
                        <m:r>
                          <a:rPr lang="en-IN">
                            <a:latin typeface="Cambria Math" panose="02040503050406030204" pitchFamily="18" charset="0"/>
                          </a:rPr>
                          <m:t>2</m:t>
                        </m:r>
                      </m:sup>
                    </m:sSup>
                    <m:r>
                      <m:rPr>
                        <m:nor/>
                      </m:rPr>
                      <a:rPr lang="en-IN" i="0">
                        <a:latin typeface="Lucida Bright" panose="02040602050505020304" pitchFamily="18" charset="0"/>
                      </a:rPr>
                      <m:t>C</m:t>
                    </m:r>
                  </m:oMath>
                </a14:m>
                <a:r>
                  <a:rPr lang="en-IN" dirty="0">
                    <a:latin typeface="Lucida Bright" panose="02040602050505020304" pitchFamily="18" charset="0"/>
                  </a:rPr>
                  <a:t>.</a:t>
                </a:r>
              </a:p>
              <a:p>
                <a:pPr lvl="1">
                  <a:lnSpc>
                    <a:spcPct val="150000"/>
                  </a:lnSpc>
                </a:pPr>
                <a:r>
                  <a:rPr lang="en-IN" dirty="0">
                    <a:latin typeface="Lucida Bright" panose="02040602050505020304" pitchFamily="18" charset="0"/>
                    <a:hlinkClick r:id="rId4"/>
                  </a:rPr>
                  <a:t>Texas Instruments INA219 Product Page</a:t>
                </a:r>
                <a:endParaRPr lang="en-IN" dirty="0">
                  <a:latin typeface="Lucida Bright" panose="02040602050505020304" pitchFamily="18" charset="0"/>
                </a:endParaRPr>
              </a:p>
              <a:p>
                <a:pPr marL="342900" lvl="0" indent="-342900">
                  <a:lnSpc>
                    <a:spcPct val="150000"/>
                  </a:lnSpc>
                  <a:buFont typeface="+mj-lt"/>
                  <a:buAutoNum type="arabicPeriod"/>
                </a:pPr>
                <a:r>
                  <a:rPr lang="en-IN" b="1" dirty="0">
                    <a:latin typeface="Lucida Bright" panose="02040602050505020304" pitchFamily="18" charset="0"/>
                  </a:rPr>
                  <a:t>Texas Instruments (Solid-State Protection &amp; eFuses)</a:t>
                </a:r>
                <a:endParaRPr lang="en-IN" dirty="0">
                  <a:latin typeface="Lucida Bright" panose="02040602050505020304" pitchFamily="18" charset="0"/>
                </a:endParaRPr>
              </a:p>
              <a:p>
                <a:pPr lvl="1">
                  <a:lnSpc>
                    <a:spcPct val="150000"/>
                  </a:lnSpc>
                </a:pPr>
                <a:r>
                  <a:rPr lang="en-IN" b="1" i="1" dirty="0">
                    <a:latin typeface="Lucida Bright" panose="02040602050505020304" pitchFamily="18" charset="0"/>
                  </a:rPr>
                  <a:t>Role</a:t>
                </a:r>
                <a:r>
                  <a:rPr lang="en-IN" b="1" dirty="0">
                    <a:latin typeface="Lucida Bright" panose="02040602050505020304" pitchFamily="18" charset="0"/>
                  </a:rPr>
                  <a:t>:</a:t>
                </a:r>
                <a:r>
                  <a:rPr lang="en-IN" dirty="0">
                    <a:latin typeface="Lucida Bright" panose="02040602050505020304" pitchFamily="18" charset="0"/>
                  </a:rPr>
                  <a:t> Forms the hardware "Shield" layer for rapid, independent circuit isolation during over-current or thermal faults.</a:t>
                </a:r>
              </a:p>
              <a:p>
                <a:pPr lvl="1">
                  <a:lnSpc>
                    <a:spcPct val="150000"/>
                  </a:lnSpc>
                </a:pPr>
                <a:r>
                  <a:rPr lang="en-IN" dirty="0">
                    <a:latin typeface="Lucida Bright" panose="02040602050505020304" pitchFamily="18" charset="0"/>
                    <a:hlinkClick r:id="rId5"/>
                  </a:rPr>
                  <a:t>Texas Instruments Power Protection Switches &amp; Controllers Overview</a:t>
                </a:r>
                <a:endParaRPr lang="en-IN" dirty="0">
                  <a:latin typeface="Lucida Bright" panose="02040602050505020304" pitchFamily="18" charset="0"/>
                </a:endParaRPr>
              </a:p>
              <a:p>
                <a:pPr marL="342900" lvl="0" indent="-342900">
                  <a:lnSpc>
                    <a:spcPct val="150000"/>
                  </a:lnSpc>
                  <a:buFont typeface="+mj-lt"/>
                  <a:buAutoNum type="arabicPeriod"/>
                </a:pPr>
                <a:r>
                  <a:rPr lang="en-IN" b="1" dirty="0">
                    <a:latin typeface="Lucida Bright" panose="02040602050505020304" pitchFamily="18" charset="0"/>
                  </a:rPr>
                  <a:t>NIST (Asset Condition Management)</a:t>
                </a:r>
                <a:endParaRPr lang="en-IN" dirty="0">
                  <a:latin typeface="Lucida Bright" panose="02040602050505020304" pitchFamily="18" charset="0"/>
                </a:endParaRPr>
              </a:p>
              <a:p>
                <a:pPr lvl="1">
                  <a:lnSpc>
                    <a:spcPct val="150000"/>
                  </a:lnSpc>
                </a:pPr>
                <a:r>
                  <a:rPr lang="en-IN" b="1" i="1" dirty="0">
                    <a:latin typeface="Lucida Bright" panose="02040602050505020304" pitchFamily="18" charset="0"/>
                  </a:rPr>
                  <a:t>Role</a:t>
                </a:r>
                <a:r>
                  <a:rPr lang="en-IN" b="1" dirty="0">
                    <a:latin typeface="Lucida Bright" panose="02040602050505020304" pitchFamily="18" charset="0"/>
                  </a:rPr>
                  <a:t>:</a:t>
                </a:r>
                <a:r>
                  <a:rPr lang="en-IN" dirty="0">
                    <a:latin typeface="Lucida Bright" panose="02040602050505020304" pitchFamily="18" charset="0"/>
                  </a:rPr>
                  <a:t> Informs real-time operational awareness and workstation health tracking.</a:t>
                </a:r>
              </a:p>
              <a:p>
                <a:pPr lvl="1">
                  <a:lnSpc>
                    <a:spcPct val="150000"/>
                  </a:lnSpc>
                </a:pPr>
                <a:r>
                  <a:rPr lang="en-IN" dirty="0">
                    <a:latin typeface="Lucida Bright" panose="02040602050505020304" pitchFamily="18" charset="0"/>
                    <a:hlinkClick r:id="rId6"/>
                  </a:rPr>
                  <a:t>NIST Special Publication 800-53 Maintenance Controls (MA-6)</a:t>
                </a:r>
                <a:endParaRPr lang="en-IN" dirty="0">
                  <a:latin typeface="Lucida Bright" panose="02040602050505020304" pitchFamily="18" charset="0"/>
                </a:endParaRPr>
              </a:p>
              <a:p>
                <a:pPr marL="342900" lvl="0" indent="-342900">
                  <a:lnSpc>
                    <a:spcPct val="150000"/>
                  </a:lnSpc>
                  <a:buFont typeface="+mj-lt"/>
                  <a:buAutoNum type="arabicPeriod"/>
                </a:pPr>
                <a:r>
                  <a:rPr lang="en-IN" b="1" dirty="0">
                    <a:latin typeface="Lucida Bright" panose="02040602050505020304" pitchFamily="18" charset="0"/>
                  </a:rPr>
                  <a:t>NIST (Predictive Maintenance)</a:t>
                </a:r>
                <a:endParaRPr lang="en-IN" dirty="0">
                  <a:latin typeface="Lucida Bright" panose="02040602050505020304" pitchFamily="18" charset="0"/>
                </a:endParaRPr>
              </a:p>
              <a:p>
                <a:pPr lvl="1">
                  <a:lnSpc>
                    <a:spcPct val="150000"/>
                  </a:lnSpc>
                </a:pPr>
                <a:r>
                  <a:rPr lang="en-IN" b="1" i="1" dirty="0">
                    <a:latin typeface="Lucida Bright" panose="02040602050505020304" pitchFamily="18" charset="0"/>
                  </a:rPr>
                  <a:t>Role</a:t>
                </a:r>
                <a:r>
                  <a:rPr lang="en-IN" b="1" dirty="0">
                    <a:latin typeface="Lucida Bright" panose="02040602050505020304" pitchFamily="18" charset="0"/>
                  </a:rPr>
                  <a:t>:</a:t>
                </a:r>
                <a:r>
                  <a:rPr lang="en-IN" dirty="0">
                    <a:latin typeface="Lucida Bright" panose="02040602050505020304" pitchFamily="18" charset="0"/>
                  </a:rPr>
                  <a:t> Drives the shift from reactive repairs to predictive maintenance using historical fault logs and health scoring.</a:t>
                </a:r>
              </a:p>
              <a:p>
                <a:pPr lvl="1">
                  <a:lnSpc>
                    <a:spcPct val="150000"/>
                  </a:lnSpc>
                </a:pPr>
                <a:r>
                  <a:rPr lang="en-IN" dirty="0">
                    <a:latin typeface="Lucida Bright" panose="02040602050505020304" pitchFamily="18" charset="0"/>
                    <a:hlinkClick r:id="rId7"/>
                  </a:rPr>
                  <a:t>NIST Predictive Maintenance Strategy Document</a:t>
                </a:r>
                <a:endParaRPr lang="en-IN" dirty="0">
                  <a:latin typeface="Lucida Bright" panose="02040602050505020304" pitchFamily="18" charset="0"/>
                </a:endParaRPr>
              </a:p>
              <a:p>
                <a:pPr marL="342900" marR="0" lvl="0" indent="-342900" algn="just" rtl="0">
                  <a:lnSpc>
                    <a:spcPct val="150000"/>
                  </a:lnSpc>
                  <a:spcBef>
                    <a:spcPts val="0"/>
                  </a:spcBef>
                  <a:spcAft>
                    <a:spcPts val="0"/>
                  </a:spcAft>
                  <a:buClr>
                    <a:srgbClr val="000000"/>
                  </a:buClr>
                  <a:buSzPts val="2800"/>
                  <a:buFont typeface="Arial"/>
                  <a:buChar char="•"/>
                </a:pPr>
                <a:endParaRPr sz="2800" b="0" i="0" u="none" strike="noStrike" cap="none" dirty="0">
                  <a:solidFill>
                    <a:srgbClr val="000000"/>
                  </a:solidFill>
                  <a:latin typeface="Lucida Bright" panose="02040602050505020304" pitchFamily="18" charset="0"/>
                  <a:sym typeface="Arial"/>
                </a:endParaRPr>
              </a:p>
            </p:txBody>
          </p:sp>
        </mc:Choice>
        <mc:Fallback xmlns="">
          <p:sp>
            <p:nvSpPr>
              <p:cNvPr id="151" name="Google Shape;151;p6"/>
              <p:cNvSpPr txBox="1">
                <a:spLocks noRot="1" noChangeAspect="1" noMove="1" noResize="1" noEditPoints="1" noAdjustHandles="1" noChangeArrowheads="1" noChangeShapeType="1" noTextEdit="1"/>
              </p:cNvSpPr>
              <p:nvPr/>
            </p:nvSpPr>
            <p:spPr>
              <a:xfrm>
                <a:off x="763800" y="1063837"/>
                <a:ext cx="10972800" cy="5916516"/>
              </a:xfrm>
              <a:prstGeom prst="rect">
                <a:avLst/>
              </a:prstGeom>
              <a:blipFill>
                <a:blip r:embed="rId8"/>
                <a:stretch>
                  <a:fillRect l="-167"/>
                </a:stretch>
              </a:blipFill>
              <a:ln>
                <a:noFill/>
              </a:ln>
            </p:spPr>
            <p:txBody>
              <a:bodyPr/>
              <a:lstStyle/>
              <a:p>
                <a:r>
                  <a:rPr lang="en-IN">
                    <a:noFill/>
                  </a:rPr>
                  <a:t> </a:t>
                </a:r>
              </a:p>
            </p:txBody>
          </p:sp>
        </mc:Fallback>
      </mc:AlternateContent>
      <p:sp>
        <p:nvSpPr>
          <p:cNvPr id="152" name="Google Shape;152;p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FFFF"/>
              </a:buClr>
              <a:buSzPts val="1200"/>
              <a:buFont typeface="Oswald"/>
              <a:buNone/>
            </a:pPr>
            <a:fld id="{00000000-1234-1234-1234-123412341234}" type="slidenum">
              <a:rPr lang="en-US" sz="1200" b="1" i="0" u="none" strike="noStrike" cap="none">
                <a:solidFill>
                  <a:srgbClr val="FFFFFF"/>
                </a:solidFill>
                <a:latin typeface="Oswald"/>
                <a:ea typeface="Oswald"/>
                <a:cs typeface="Oswald"/>
                <a:sym typeface="Oswald"/>
              </a:rPr>
              <a:t>7</a:t>
            </a:fld>
            <a:endParaRPr sz="1200" b="1" i="0" u="none" strike="noStrike" cap="none">
              <a:solidFill>
                <a:srgbClr val="FFFFFF"/>
              </a:solidFill>
              <a:latin typeface="Oswald"/>
              <a:ea typeface="Oswald"/>
              <a:cs typeface="Oswald"/>
              <a:sym typeface="Oswald"/>
            </a:endParaRPr>
          </a:p>
        </p:txBody>
      </p:sp>
      <p:sp>
        <p:nvSpPr>
          <p:cNvPr id="153" name="Google Shape;153;p6"/>
          <p:cNvSpPr txBox="1">
            <a:spLocks noGrp="1"/>
          </p:cNvSpPr>
          <p:nvPr>
            <p:ph type="ftr" idx="11"/>
          </p:nvPr>
        </p:nvSpPr>
        <p:spPr>
          <a:xfrm>
            <a:off x="4648200" y="6356353"/>
            <a:ext cx="32040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Oswald"/>
              <a:buNone/>
            </a:pPr>
            <a:r>
              <a:rPr lang="en-US" sz="1200" b="0" i="0" u="none" strike="noStrike" cap="none">
                <a:solidFill>
                  <a:srgbClr val="FFFFFF"/>
                </a:solidFill>
                <a:latin typeface="Oswald"/>
                <a:ea typeface="Oswald"/>
                <a:cs typeface="Oswald"/>
                <a:sym typeface="Oswald"/>
              </a:rPr>
              <a:t>@SIH Idea submission- Template</a:t>
            </a:r>
            <a:endParaRPr sz="1200" b="0" i="0" u="none" strike="noStrike" cap="none">
              <a:solidFill>
                <a:srgbClr val="FFFFFF"/>
              </a:solidFill>
              <a:latin typeface="Oswald"/>
              <a:ea typeface="Oswald"/>
              <a:cs typeface="Oswald"/>
              <a:sym typeface="Oswald"/>
            </a:endParaRPr>
          </a:p>
        </p:txBody>
      </p:sp>
      <p:pic>
        <p:nvPicPr>
          <p:cNvPr id="155" name="Google Shape;155;p6"/>
          <p:cNvPicPr preferRelativeResize="0"/>
          <p:nvPr/>
        </p:nvPicPr>
        <p:blipFill rotWithShape="1">
          <a:blip r:embed="rId9">
            <a:alphaModFix/>
          </a:blip>
          <a:srcRect/>
          <a:stretch/>
        </p:blipFill>
        <p:spPr>
          <a:xfrm>
            <a:off x="9780086" y="1500"/>
            <a:ext cx="2249850" cy="1062337"/>
          </a:xfrm>
          <a:prstGeom prst="rect">
            <a:avLst/>
          </a:prstGeom>
          <a:noFill/>
          <a:ln>
            <a:noFill/>
          </a:ln>
        </p:spPr>
      </p:pic>
      <p:sp>
        <p:nvSpPr>
          <p:cNvPr id="3" name="Google Shape;104;p3" descr="Your startup LOGO">
            <a:extLst>
              <a:ext uri="{FF2B5EF4-FFF2-40B4-BE49-F238E27FC236}">
                <a16:creationId xmlns:a16="http://schemas.microsoft.com/office/drawing/2014/main" id="{F542BC38-CFC8-6692-FBB9-63963AD312B3}"/>
              </a:ext>
            </a:extLst>
          </p:cNvPr>
          <p:cNvSpPr/>
          <p:nvPr/>
        </p:nvSpPr>
        <p:spPr>
          <a:xfrm>
            <a:off x="84779" y="176219"/>
            <a:ext cx="2327136" cy="728021"/>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Amasis MT Pro Light" panose="02040304050005020304" pitchFamily="18" charset="0"/>
                <a:ea typeface="Calibri"/>
                <a:cs typeface="Calibri"/>
                <a:sym typeface="Calibri"/>
              </a:rPr>
              <a:t>TECHTRONIX </a:t>
            </a:r>
            <a:endParaRPr sz="1800" dirty="0">
              <a:solidFill>
                <a:schemeClr val="dk1"/>
              </a:solidFill>
              <a:latin typeface="Amasis MT Pro Light" panose="02040304050005020304" pitchFamily="18" charset="0"/>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SIH2026-IDEA-Presentation-Format (1)</Template>
  <TotalTime>106</TotalTime>
  <Words>589</Words>
  <Application>Microsoft Office PowerPoint</Application>
  <PresentationFormat>Widescreen</PresentationFormat>
  <Paragraphs>82</Paragraphs>
  <Slides>7</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Times New Roman</vt:lpstr>
      <vt:lpstr>Lucida Bright</vt:lpstr>
      <vt:lpstr>Nunito</vt:lpstr>
      <vt:lpstr>Arial</vt:lpstr>
      <vt:lpstr>Oswald</vt:lpstr>
      <vt:lpstr>Amasis MT Pro Light</vt:lpstr>
      <vt:lpstr>Nunito Medium</vt:lpstr>
      <vt:lpstr>Cambria Math</vt:lpstr>
      <vt:lpstr>Calibri</vt:lpstr>
      <vt:lpstr>Office Theme</vt:lpstr>
      <vt:lpstr>SMART INDIA HACKATHON 2026</vt:lpstr>
      <vt:lpstr>TECHNICAL APPROACH</vt:lpstr>
      <vt:lpstr>SYSTEM ARCHITECTURE</vt:lpstr>
      <vt:lpstr>SETUP</vt:lpstr>
      <vt:lpstr>FEASIBILITY AND VIABILITY</vt:lpstr>
      <vt:lpstr>IMPACT AND BENEFITS</vt:lpstr>
      <vt:lpstr>RESEARCH  AND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Deepeksha basin</dc:creator>
  <cp:lastModifiedBy>Deepeksha basin</cp:lastModifiedBy>
  <cp:revision>4</cp:revision>
  <dcterms:created xsi:type="dcterms:W3CDTF">2026-08-19T08:42:49Z</dcterms:created>
  <dcterms:modified xsi:type="dcterms:W3CDTF">2026-08-24T09:01:53Z</dcterms:modified>
</cp:coreProperties>
</file>